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2192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F9C"/>
    <a:srgbClr val="F591B3"/>
    <a:srgbClr val="F8B8CE"/>
    <a:srgbClr val="D09FBA"/>
    <a:srgbClr val="AC5684"/>
    <a:srgbClr val="88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01"/>
    <p:restoredTop sz="94631"/>
  </p:normalViewPr>
  <p:slideViewPr>
    <p:cSldViewPr snapToGrid="0">
      <p:cViewPr varScale="1">
        <p:scale>
          <a:sx n="84" d="100"/>
          <a:sy n="8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02107-E934-604E-B201-CABB3B2F92A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143000"/>
            <a:ext cx="457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4EC2A-623F-1B42-90B5-3DDDAAF3E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1143000"/>
            <a:ext cx="4572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4EC2A-623F-1B42-90B5-3DDDAAF3E8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46836"/>
            <a:ext cx="103632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22446"/>
            <a:ext cx="91440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7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51688"/>
            <a:ext cx="1051560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07358"/>
            <a:ext cx="1051560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4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6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8152"/>
            <a:ext cx="1051560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17396"/>
            <a:ext cx="5157787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06090"/>
            <a:ext cx="51577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17396"/>
            <a:ext cx="518318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06090"/>
            <a:ext cx="518318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90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1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84912"/>
            <a:ext cx="617220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8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84912"/>
            <a:ext cx="617220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1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38150"/>
            <a:ext cx="262890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38150"/>
            <a:ext cx="773430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38152"/>
            <a:ext cx="105156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0750"/>
            <a:ext cx="1051560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56152-91A1-6840-BB37-CD2A25901F9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27622"/>
            <a:ext cx="41148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20504-C0CA-224C-8CE4-C3A8EC134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3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A16D2ACE-F214-9C10-8B8D-6812E5E45CD6}"/>
              </a:ext>
            </a:extLst>
          </p:cNvPr>
          <p:cNvSpPr txBox="1"/>
          <p:nvPr/>
        </p:nvSpPr>
        <p:spPr>
          <a:xfrm>
            <a:off x="5145359" y="478460"/>
            <a:ext cx="142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Lewisetta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C3FA79-B364-CE59-3B5B-A3FC8396F519}"/>
              </a:ext>
            </a:extLst>
          </p:cNvPr>
          <p:cNvSpPr txBox="1"/>
          <p:nvPr/>
        </p:nvSpPr>
        <p:spPr>
          <a:xfrm>
            <a:off x="5081628" y="4339522"/>
            <a:ext cx="153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Helvetica" pitchFamily="2" charset="0"/>
              </a:rPr>
              <a:t>York River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4861AA-2BF3-2F2E-1E29-5FEF62AE1619}"/>
              </a:ext>
            </a:extLst>
          </p:cNvPr>
          <p:cNvSpPr txBox="1"/>
          <p:nvPr/>
        </p:nvSpPr>
        <p:spPr>
          <a:xfrm>
            <a:off x="824965" y="9145"/>
            <a:ext cx="4785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Slopes of Survival vs. Genetic Variables and Env. Quantiles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1B7E15-AA70-9841-2C3B-3C5000C45DA5}"/>
              </a:ext>
            </a:extLst>
          </p:cNvPr>
          <p:cNvSpPr txBox="1"/>
          <p:nvPr/>
        </p:nvSpPr>
        <p:spPr>
          <a:xfrm>
            <a:off x="6240282" y="23509"/>
            <a:ext cx="560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Helvetica" pitchFamily="2" charset="0"/>
              </a:rPr>
              <a:t>Slopes of Survival vs. Genetic Variables and Env. Distance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03A6EEB3-8BBA-580F-646A-0BFE3C821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325"/>
          <a:stretch>
            <a:fillRect/>
          </a:stretch>
        </p:blipFill>
        <p:spPr>
          <a:xfrm>
            <a:off x="701199" y="4875343"/>
            <a:ext cx="4474640" cy="329184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1AEB5EE-76C4-1AD1-A455-A19098AA8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74"/>
          <a:stretch>
            <a:fillRect/>
          </a:stretch>
        </p:blipFill>
        <p:spPr>
          <a:xfrm>
            <a:off x="1001507" y="4253590"/>
            <a:ext cx="0" cy="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E61291A3-3771-3604-19E2-D4054C8EBD5C}"/>
              </a:ext>
            </a:extLst>
          </p:cNvPr>
          <p:cNvSpPr/>
          <p:nvPr/>
        </p:nvSpPr>
        <p:spPr>
          <a:xfrm>
            <a:off x="2414481" y="5860243"/>
            <a:ext cx="624195" cy="160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880E4F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D6BC97F-9F2D-D8FA-3B7E-8B8E233D6E6A}"/>
              </a:ext>
            </a:extLst>
          </p:cNvPr>
          <p:cNvSpPr/>
          <p:nvPr/>
        </p:nvSpPr>
        <p:spPr>
          <a:xfrm>
            <a:off x="2412194" y="6780761"/>
            <a:ext cx="741064" cy="160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36F39E9-31FA-50E6-9D7B-BB918B56F7E0}"/>
              </a:ext>
            </a:extLst>
          </p:cNvPr>
          <p:cNvSpPr/>
          <p:nvPr/>
        </p:nvSpPr>
        <p:spPr>
          <a:xfrm>
            <a:off x="2412194" y="6609048"/>
            <a:ext cx="646438" cy="160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4B0AAEDE-67A5-6E67-441E-38740FF33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273" y="4881469"/>
            <a:ext cx="5760720" cy="329184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48D56554-8CEE-5FD5-5FFB-A0BA4AE87890}"/>
              </a:ext>
            </a:extLst>
          </p:cNvPr>
          <p:cNvSpPr/>
          <p:nvPr/>
        </p:nvSpPr>
        <p:spPr>
          <a:xfrm>
            <a:off x="7661115" y="6020659"/>
            <a:ext cx="914400" cy="210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D09FBA"/>
                </a:solidFill>
                <a:latin typeface="Helvetica" pitchFamily="2" charset="0"/>
              </a:rPr>
              <a:t>NS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567F9AF5-EE82-619F-1769-B2DB1FB96F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325"/>
          <a:stretch>
            <a:fillRect/>
          </a:stretch>
        </p:blipFill>
        <p:spPr>
          <a:xfrm>
            <a:off x="670719" y="928183"/>
            <a:ext cx="4474640" cy="3291840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6DF67375-0B52-F1AF-2A23-5457D92EFD4D}"/>
              </a:ext>
            </a:extLst>
          </p:cNvPr>
          <p:cNvSpPr/>
          <p:nvPr/>
        </p:nvSpPr>
        <p:spPr>
          <a:xfrm>
            <a:off x="7661115" y="6257119"/>
            <a:ext cx="914400" cy="21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AC5684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04AACB7-6EE6-7390-2C14-8F3DB5D71164}"/>
              </a:ext>
            </a:extLst>
          </p:cNvPr>
          <p:cNvSpPr/>
          <p:nvPr/>
        </p:nvSpPr>
        <p:spPr>
          <a:xfrm>
            <a:off x="2388199" y="2133816"/>
            <a:ext cx="829432" cy="2186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2E22200-09DA-E129-FEA1-933E510C2588}"/>
              </a:ext>
            </a:extLst>
          </p:cNvPr>
          <p:cNvSpPr/>
          <p:nvPr/>
        </p:nvSpPr>
        <p:spPr>
          <a:xfrm>
            <a:off x="2388199" y="2615247"/>
            <a:ext cx="829432" cy="2186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591B3"/>
                </a:solidFill>
                <a:latin typeface="Helvetica" pitchFamily="2" charset="0"/>
              </a:rPr>
              <a:t>NS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47C9BC-2261-3829-8F9C-ABE6592BBE8E}"/>
              </a:ext>
            </a:extLst>
          </p:cNvPr>
          <p:cNvSpPr/>
          <p:nvPr/>
        </p:nvSpPr>
        <p:spPr>
          <a:xfrm>
            <a:off x="2388200" y="2799177"/>
            <a:ext cx="678339" cy="1642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06F9C"/>
                </a:solidFill>
                <a:latin typeface="Helvetica" pitchFamily="2" charset="0"/>
              </a:rPr>
              <a:t>NS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8551319E-B761-C5D2-9840-716CD1B80E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9793" y="947737"/>
            <a:ext cx="5760720" cy="3291840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B3C03C64-6535-EBAE-45DD-632CC2CEF067}"/>
              </a:ext>
            </a:extLst>
          </p:cNvPr>
          <p:cNvSpPr txBox="1"/>
          <p:nvPr/>
        </p:nvSpPr>
        <p:spPr>
          <a:xfrm>
            <a:off x="219936" y="987552"/>
            <a:ext cx="54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A3B260-F4FC-9CF2-47A2-AE71E499971E}"/>
              </a:ext>
            </a:extLst>
          </p:cNvPr>
          <p:cNvSpPr txBox="1"/>
          <p:nvPr/>
        </p:nvSpPr>
        <p:spPr>
          <a:xfrm>
            <a:off x="219456" y="4830475"/>
            <a:ext cx="54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8389D84-FF66-30B6-7AA8-1BB1838AC624}"/>
              </a:ext>
            </a:extLst>
          </p:cNvPr>
          <p:cNvSpPr txBox="1"/>
          <p:nvPr/>
        </p:nvSpPr>
        <p:spPr>
          <a:xfrm>
            <a:off x="6057998" y="990786"/>
            <a:ext cx="53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384F9D3-1146-3053-5437-CA8869EE1865}"/>
              </a:ext>
            </a:extLst>
          </p:cNvPr>
          <p:cNvSpPr txBox="1"/>
          <p:nvPr/>
        </p:nvSpPr>
        <p:spPr>
          <a:xfrm>
            <a:off x="6057998" y="4828032"/>
            <a:ext cx="54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90416-0C6E-9F78-8644-B9797C181DD6}"/>
              </a:ext>
            </a:extLst>
          </p:cNvPr>
          <p:cNvSpPr txBox="1"/>
          <p:nvPr/>
        </p:nvSpPr>
        <p:spPr>
          <a:xfrm>
            <a:off x="10568333" y="1935379"/>
            <a:ext cx="1613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Monitoring event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67935-4FC9-95F1-4187-49B8F048E601}"/>
              </a:ext>
            </a:extLst>
          </p:cNvPr>
          <p:cNvSpPr txBox="1"/>
          <p:nvPr/>
        </p:nvSpPr>
        <p:spPr>
          <a:xfrm>
            <a:off x="10614053" y="5860243"/>
            <a:ext cx="15779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Monitoring event</a:t>
            </a:r>
          </a:p>
        </p:txBody>
      </p:sp>
    </p:spTree>
    <p:extLst>
      <p:ext uri="{BB962C8B-B14F-4D97-AF65-F5344CB8AC3E}">
        <p14:creationId xmlns:p14="http://schemas.microsoft.com/office/powerpoint/2010/main" val="3350104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2070</TotalTime>
  <Words>42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Mongillo, Nicole Julia</dc:creator>
  <cp:lastModifiedBy>Mongillo, Nicole Julia</cp:lastModifiedBy>
  <cp:revision>12</cp:revision>
  <dcterms:created xsi:type="dcterms:W3CDTF">2025-07-29T15:47:22Z</dcterms:created>
  <dcterms:modified xsi:type="dcterms:W3CDTF">2025-11-12T02:10:24Z</dcterms:modified>
</cp:coreProperties>
</file>