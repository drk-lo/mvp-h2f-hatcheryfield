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31"/>
  </p:normalViewPr>
  <p:slideViewPr>
    <p:cSldViewPr snapToGrid="0">
      <p:cViewPr varScale="1">
        <p:scale>
          <a:sx n="101" d="100"/>
          <a:sy n="101" d="100"/>
        </p:scale>
        <p:origin x="7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8794EF-2E65-1D40-A05A-85170B4C33E4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7D7B41-3131-C64A-A283-9E66B7FA25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931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7D7B41-3131-C64A-A283-9E66B7FA259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3891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842FB-BFD7-D275-2D32-12B62A3B72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F55AF2-2F19-5939-2327-6A7C1AD622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5471-29D2-44F3-5EA7-86CF41396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00787-A42D-A141-85E4-5B27D7A37621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784903-4964-A86E-5E17-DF53109FC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103336-7EFC-E1DC-2824-2C5A081B9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BF437-8ECB-964A-9045-BD509C124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239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69A1A-D575-CF3F-A32D-5EF2DF3F0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E48F7-4B26-9414-0C4F-20BEFC06AC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8CDB2-8721-62A4-7FF4-46F77A5A5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00787-A42D-A141-85E4-5B27D7A37621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846F14-415D-6C79-5C3F-EA1B1527D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54A3A-0714-388E-68C8-AADB15F37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BF437-8ECB-964A-9045-BD509C124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97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75277-3B2F-B176-67F2-CD1691AC5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621C86-75AE-16E6-A30A-EB22A0D74B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0FCE9-540E-2A76-4B2A-EF4C0FD27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00787-A42D-A141-85E4-5B27D7A37621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283F3-ED96-4E22-8B7F-34571D56B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16700-51C8-AA2F-8D75-418669DBE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BF437-8ECB-964A-9045-BD509C124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964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32E84-3AAB-A01C-79D1-D2D3B490A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111F4A-7277-4463-A7EA-3C2F0FD85C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6BD5FD-45D9-9058-DCF1-AF99EBB71C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92E833-3506-0D29-AD5B-CF3AD4E7F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00787-A42D-A141-85E4-5B27D7A37621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3AD19A-16DA-83A7-FC78-A07A4ABAE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142B1B-7E58-40A1-2366-A8C1D887C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BF437-8ECB-964A-9045-BD509C124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936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A71C0-96F5-FD5B-44B0-86CA7AB0A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1994C2-421F-E5F4-918C-85EC64055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CAB2C7-546B-8AC8-1668-C2FF3CA343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02E6D4-BB64-67E0-0E15-6C3D981245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8DEFF3-3931-3BCE-4ED5-5EFC4911A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837C85-5C1A-EF2B-69B5-75EE51A0A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00787-A42D-A141-85E4-5B27D7A37621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22C2617-862F-3DC8-AEE3-C284CF56F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2DB56-0F64-9EF2-9B93-904D421E1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BF437-8ECB-964A-9045-BD509C124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207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809CD-8196-BBAB-DB00-FA9757AED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BA6DD1-AC97-770C-577B-A11BE03BE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00787-A42D-A141-85E4-5B27D7A37621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A91AB6-9555-CAAA-BF7D-FEAAA12B9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B3F65F-ADCD-61C1-7E4F-886921EC6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BF437-8ECB-964A-9045-BD509C124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314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F5F337-D70B-31EE-3006-3748199C8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00787-A42D-A141-85E4-5B27D7A37621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1E4DC6-A30F-8C2B-C843-1FA8DD4A6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FDF81A-AED4-7635-B284-1E22D7D00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BF437-8ECB-964A-9045-BD509C124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244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398D1-9B66-081A-E1F1-E4E321DB0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223886-E72F-4A54-9292-CFFE90350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6DF4BB-9767-EAB9-891A-96F6F6C93A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1382B9-6330-94D9-ED7F-AB15BF583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00787-A42D-A141-85E4-5B27D7A37621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E8A435-7399-9441-E2F1-226DD0A5A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0B7262-859F-4009-67E2-43F602B10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BF437-8ECB-964A-9045-BD509C124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102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0646C-350E-D174-7D0A-8F78FAE53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C291F3-A670-EC4E-DAE2-347B4A906D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8D7051-61DE-E195-D8F7-D61963D40B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F2B7F3-3720-D737-86B3-76820C3AC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00787-A42D-A141-85E4-5B27D7A37621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FC3674-B27B-2F2C-6B98-FDEF0A2DE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DB9F7-3471-2B6D-8152-F0C480876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BF437-8ECB-964A-9045-BD509C124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347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212C5-F5ED-390F-6F8D-3D27C5D58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F9AC90-5EB8-FD04-1C8D-4FE7D0FDCA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85511-3D10-0290-2C7F-A90CF5964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00787-A42D-A141-85E4-5B27D7A37621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91B57B-DDC7-4092-7FA5-D16B82387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5475DD-4126-E363-127B-D3194FAF8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BF437-8ECB-964A-9045-BD509C124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455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84A0A6-FF25-FC8D-C99B-8D646DFBCE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DAA2BA-5145-40A9-9EAD-A191611E4C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3D51C3-B66E-3FD1-338C-0F35AE71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00787-A42D-A141-85E4-5B27D7A37621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25E12-D170-7173-23FC-4716773F6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E738C-DB3A-6E9E-0325-5F5818E39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BF437-8ECB-964A-9045-BD509C124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125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3D2C87-AF33-6B03-9A09-F9DC4F75A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450C94-C1A9-9FE0-C93F-CB6BE351E7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E1092-B5A6-7F86-ED2D-5DF08E3B42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400787-A42D-A141-85E4-5B27D7A37621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EE49F-85A9-0366-6C1E-1B42CDE859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8C70E8-AC25-C215-A023-F4910F2DE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4BF437-8ECB-964A-9045-BD509C124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102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76F231-F22C-E31E-138E-09D8C65CDD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" y="177799"/>
            <a:ext cx="11379200" cy="650240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F2C20A0-0435-C3E0-A77B-8303019B818F}"/>
              </a:ext>
            </a:extLst>
          </p:cNvPr>
          <p:cNvSpPr txBox="1"/>
          <p:nvPr/>
        </p:nvSpPr>
        <p:spPr>
          <a:xfrm>
            <a:off x="3383220" y="4493213"/>
            <a:ext cx="1890834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NS</a:t>
            </a:r>
          </a:p>
        </p:txBody>
      </p:sp>
    </p:spTree>
    <p:extLst>
      <p:ext uri="{BB962C8B-B14F-4D97-AF65-F5344CB8AC3E}">
        <p14:creationId xmlns:p14="http://schemas.microsoft.com/office/powerpoint/2010/main" val="1319706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</TotalTime>
  <Words>2</Words>
  <Application>Microsoft Macintosh PowerPoint</Application>
  <PresentationFormat>Widescreen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Mongillo, Nicole Julia</dc:creator>
  <cp:lastModifiedBy>Nicole Mongillo</cp:lastModifiedBy>
  <cp:revision>3</cp:revision>
  <dcterms:created xsi:type="dcterms:W3CDTF">2025-07-30T03:39:24Z</dcterms:created>
  <dcterms:modified xsi:type="dcterms:W3CDTF">2025-11-24T02:46:32Z</dcterms:modified>
</cp:coreProperties>
</file>