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57" r:id="rId2"/>
  </p:sldIdLst>
  <p:sldSz cx="11247438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6F9C"/>
    <a:srgbClr val="F08EB0"/>
    <a:srgbClr val="F06293"/>
    <a:srgbClr val="880E4F"/>
    <a:srgbClr val="AC5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8"/>
    <p:restoredTop sz="94631"/>
  </p:normalViewPr>
  <p:slideViewPr>
    <p:cSldViewPr snapToGrid="0">
      <p:cViewPr>
        <p:scale>
          <a:sx n="76" d="100"/>
          <a:sy n="76" d="100"/>
        </p:scale>
        <p:origin x="64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82B18A-5F87-4142-BBBD-5CA099C0502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20800" y="1143000"/>
            <a:ext cx="421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65352F-C89B-FF4B-88FA-8C6DB7788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15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C0726-E25F-8230-A338-76377E4EE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63CEB-D707-0D90-912A-433F07417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20800" y="1143000"/>
            <a:ext cx="421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F129B-8DAF-2232-D305-883FFC3CE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8605C-5942-27D0-56BE-34D9F496D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4EC2A-623F-1B42-90B5-3DDDAAF3E8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060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3558" y="1346836"/>
            <a:ext cx="9560322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5930" y="4322446"/>
            <a:ext cx="8435579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58232-E16B-0B4B-8F18-92B120FCDED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A496-F43A-D142-BC4F-6A7992DC0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79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58232-E16B-0B4B-8F18-92B120FCDED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A496-F43A-D142-BC4F-6A7992DC0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404" y="2051688"/>
            <a:ext cx="9700915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404" y="5507358"/>
            <a:ext cx="9700915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58232-E16B-0B4B-8F18-92B120FCDED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A496-F43A-D142-BC4F-6A7992DC0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9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3261" y="2190750"/>
            <a:ext cx="4780161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94016" y="2190750"/>
            <a:ext cx="4780161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58232-E16B-0B4B-8F18-92B120FCDED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A496-F43A-D142-BC4F-6A7992DC0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9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26" y="438152"/>
            <a:ext cx="9700915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4727" y="2017396"/>
            <a:ext cx="4758193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4727" y="3006090"/>
            <a:ext cx="4758193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94016" y="2017396"/>
            <a:ext cx="47816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94016" y="3006090"/>
            <a:ext cx="47816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58232-E16B-0B4B-8F18-92B120FCDED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A496-F43A-D142-BC4F-6A7992DC0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7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58232-E16B-0B4B-8F18-92B120FCDED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A496-F43A-D142-BC4F-6A7992DC0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660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58232-E16B-0B4B-8F18-92B120FCDED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A496-F43A-D142-BC4F-6A7992DC0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6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26" y="548640"/>
            <a:ext cx="3627592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1626" y="1184912"/>
            <a:ext cx="5694015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4726" y="2468880"/>
            <a:ext cx="3627592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58232-E16B-0B4B-8F18-92B120FCDED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A496-F43A-D142-BC4F-6A7992DC0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28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26" y="548640"/>
            <a:ext cx="3627592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81626" y="1184912"/>
            <a:ext cx="5694015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4726" y="2468880"/>
            <a:ext cx="3627592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58232-E16B-0B4B-8F18-92B120FCDED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A496-F43A-D142-BC4F-6A7992DC0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9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58232-E16B-0B4B-8F18-92B120FCDED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A496-F43A-D142-BC4F-6A7992DC0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9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48948" y="438150"/>
            <a:ext cx="2425229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3262" y="438150"/>
            <a:ext cx="7135093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58232-E16B-0B4B-8F18-92B120FCDED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A496-F43A-D142-BC4F-6A7992DC0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1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3262" y="438152"/>
            <a:ext cx="9700915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3262" y="2190750"/>
            <a:ext cx="9700915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3261" y="7627622"/>
            <a:ext cx="253067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58232-E16B-0B4B-8F18-92B120FCDED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25714" y="7627622"/>
            <a:ext cx="379601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43503" y="7627622"/>
            <a:ext cx="253067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4A496-F43A-D142-BC4F-6A7992DC0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4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DA9A4-7CE3-9FF5-4DB2-1BF085EEA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202E04-9257-9EC8-0D68-038C0889A3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824"/>
          <a:stretch>
            <a:fillRect/>
          </a:stretch>
        </p:blipFill>
        <p:spPr>
          <a:xfrm>
            <a:off x="352608" y="4923870"/>
            <a:ext cx="4215384" cy="3291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CDEA9C-405A-2126-7F5A-4CD870117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414" y="4924850"/>
            <a:ext cx="5760720" cy="3291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7E89FE-AE01-6B86-4642-40B11BEC4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4088" y="1014984"/>
            <a:ext cx="5760720" cy="32918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B4CF12-006B-71E2-FB11-CB49554E4A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6824"/>
          <a:stretch>
            <a:fillRect/>
          </a:stretch>
        </p:blipFill>
        <p:spPr>
          <a:xfrm>
            <a:off x="352608" y="1014987"/>
            <a:ext cx="4215384" cy="329175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502DB78-311D-59FA-E44E-A2E311D797BA}"/>
              </a:ext>
            </a:extLst>
          </p:cNvPr>
          <p:cNvSpPr txBox="1"/>
          <p:nvPr/>
        </p:nvSpPr>
        <p:spPr>
          <a:xfrm>
            <a:off x="4752502" y="473859"/>
            <a:ext cx="143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Helvetica" pitchFamily="2" charset="0"/>
              </a:rPr>
              <a:t>Lewisetta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4DA8AD-E804-8F0F-EE5D-B47E9D5C92D8}"/>
              </a:ext>
            </a:extLst>
          </p:cNvPr>
          <p:cNvSpPr txBox="1"/>
          <p:nvPr/>
        </p:nvSpPr>
        <p:spPr>
          <a:xfrm>
            <a:off x="4702265" y="4557606"/>
            <a:ext cx="2008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Helvetica" pitchFamily="2" charset="0"/>
              </a:rPr>
              <a:t>York River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E4213F-602B-2789-01DB-2ED777D18203}"/>
              </a:ext>
            </a:extLst>
          </p:cNvPr>
          <p:cNvSpPr txBox="1"/>
          <p:nvPr/>
        </p:nvSpPr>
        <p:spPr>
          <a:xfrm>
            <a:off x="330811" y="64009"/>
            <a:ext cx="4784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Helvetica" pitchFamily="2" charset="0"/>
              </a:rPr>
              <a:t>Slopes of Condition vs. Genetic Variables and Env. Quantiles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0D62255-ECA6-DE0C-D8F8-9B541E63E6D8}"/>
              </a:ext>
            </a:extLst>
          </p:cNvPr>
          <p:cNvSpPr txBox="1"/>
          <p:nvPr/>
        </p:nvSpPr>
        <p:spPr>
          <a:xfrm>
            <a:off x="5805333" y="61151"/>
            <a:ext cx="5018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Helvetica" pitchFamily="2" charset="0"/>
              </a:rPr>
              <a:t>Slopes of Condition vs. Genetic Variables and Env. Distance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C155CAC4-6A8C-18AE-2D16-F48CC488C71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9274"/>
          <a:stretch>
            <a:fillRect/>
          </a:stretch>
        </p:blipFill>
        <p:spPr>
          <a:xfrm>
            <a:off x="686210" y="5028954"/>
            <a:ext cx="0" cy="0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A44579D6-ED7A-77C2-7F9B-C703015EC93D}"/>
              </a:ext>
            </a:extLst>
          </p:cNvPr>
          <p:cNvSpPr/>
          <p:nvPr/>
        </p:nvSpPr>
        <p:spPr>
          <a:xfrm>
            <a:off x="2076583" y="5926222"/>
            <a:ext cx="624032" cy="16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880E4F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5EE840E-4ADA-D2EA-1429-61AE5F40E9C9}"/>
              </a:ext>
            </a:extLst>
          </p:cNvPr>
          <p:cNvSpPr/>
          <p:nvPr/>
        </p:nvSpPr>
        <p:spPr>
          <a:xfrm>
            <a:off x="2076583" y="5755241"/>
            <a:ext cx="740870" cy="16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AC5684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EEC6F52-1844-BADA-08E8-9D6C8A40B187}"/>
              </a:ext>
            </a:extLst>
          </p:cNvPr>
          <p:cNvSpPr/>
          <p:nvPr/>
        </p:nvSpPr>
        <p:spPr>
          <a:xfrm>
            <a:off x="2076583" y="6152278"/>
            <a:ext cx="646270" cy="16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D09FBA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4237E0-57F6-A55E-AC3C-FDCE48D6D541}"/>
              </a:ext>
            </a:extLst>
          </p:cNvPr>
          <p:cNvSpPr/>
          <p:nvPr/>
        </p:nvSpPr>
        <p:spPr>
          <a:xfrm>
            <a:off x="2070371" y="2242348"/>
            <a:ext cx="829216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591B3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C555116-7963-16B0-2685-B748053B73A7}"/>
              </a:ext>
            </a:extLst>
          </p:cNvPr>
          <p:cNvSpPr/>
          <p:nvPr/>
        </p:nvSpPr>
        <p:spPr>
          <a:xfrm>
            <a:off x="2067516" y="3277444"/>
            <a:ext cx="829216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591B3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0A9C128-EC65-3E24-D1CD-33A53F8ED7E6}"/>
              </a:ext>
            </a:extLst>
          </p:cNvPr>
          <p:cNvSpPr/>
          <p:nvPr/>
        </p:nvSpPr>
        <p:spPr>
          <a:xfrm>
            <a:off x="2070371" y="3047929"/>
            <a:ext cx="678162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06F9C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4E88199-3BD9-7ABD-778F-6A588B374FE3}"/>
              </a:ext>
            </a:extLst>
          </p:cNvPr>
          <p:cNvSpPr txBox="1"/>
          <p:nvPr/>
        </p:nvSpPr>
        <p:spPr>
          <a:xfrm>
            <a:off x="251462" y="941832"/>
            <a:ext cx="543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A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505C6D6-A3D5-D2BB-6700-7DE504BCB0DE}"/>
              </a:ext>
            </a:extLst>
          </p:cNvPr>
          <p:cNvSpPr txBox="1"/>
          <p:nvPr/>
        </p:nvSpPr>
        <p:spPr>
          <a:xfrm>
            <a:off x="5356713" y="940613"/>
            <a:ext cx="543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B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EF563D5-7156-185A-2303-0735834A6E2B}"/>
              </a:ext>
            </a:extLst>
          </p:cNvPr>
          <p:cNvSpPr txBox="1"/>
          <p:nvPr/>
        </p:nvSpPr>
        <p:spPr>
          <a:xfrm>
            <a:off x="260540" y="4992624"/>
            <a:ext cx="543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C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C3B7B6-0792-B70D-F060-F46588D66669}"/>
              </a:ext>
            </a:extLst>
          </p:cNvPr>
          <p:cNvSpPr txBox="1"/>
          <p:nvPr/>
        </p:nvSpPr>
        <p:spPr>
          <a:xfrm>
            <a:off x="5358384" y="4993054"/>
            <a:ext cx="543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BBDBC3-A148-8488-35B0-A5CD2B91F89C}"/>
              </a:ext>
            </a:extLst>
          </p:cNvPr>
          <p:cNvSpPr/>
          <p:nvPr/>
        </p:nvSpPr>
        <p:spPr>
          <a:xfrm>
            <a:off x="2065464" y="1155843"/>
            <a:ext cx="829216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591B3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CB0A91-DBC8-70AC-54C7-0689E065324B}"/>
              </a:ext>
            </a:extLst>
          </p:cNvPr>
          <p:cNvSpPr/>
          <p:nvPr/>
        </p:nvSpPr>
        <p:spPr>
          <a:xfrm>
            <a:off x="2068319" y="1309945"/>
            <a:ext cx="678162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06F9C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668A1E-CB32-01D6-4D66-EAD412A927D5}"/>
              </a:ext>
            </a:extLst>
          </p:cNvPr>
          <p:cNvSpPr/>
          <p:nvPr/>
        </p:nvSpPr>
        <p:spPr>
          <a:xfrm>
            <a:off x="2065464" y="1467827"/>
            <a:ext cx="829216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06293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7657C5-E9D6-892B-9E5A-3C848D68C7F1}"/>
              </a:ext>
            </a:extLst>
          </p:cNvPr>
          <p:cNvSpPr/>
          <p:nvPr/>
        </p:nvSpPr>
        <p:spPr>
          <a:xfrm>
            <a:off x="2070371" y="1850171"/>
            <a:ext cx="678162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06F9C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86624-2D9C-9F77-781D-6398E796A2F2}"/>
              </a:ext>
            </a:extLst>
          </p:cNvPr>
          <p:cNvSpPr/>
          <p:nvPr/>
        </p:nvSpPr>
        <p:spPr>
          <a:xfrm>
            <a:off x="2070371" y="2000233"/>
            <a:ext cx="829216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06293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83BCC1-942C-16E2-8FDB-04564F791493}"/>
              </a:ext>
            </a:extLst>
          </p:cNvPr>
          <p:cNvSpPr/>
          <p:nvPr/>
        </p:nvSpPr>
        <p:spPr>
          <a:xfrm>
            <a:off x="2070371" y="2513418"/>
            <a:ext cx="829216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06293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1ACD44-3CB6-B901-1F09-23A40C8970F3}"/>
              </a:ext>
            </a:extLst>
          </p:cNvPr>
          <p:cNvSpPr/>
          <p:nvPr/>
        </p:nvSpPr>
        <p:spPr>
          <a:xfrm>
            <a:off x="2070371" y="2777822"/>
            <a:ext cx="829216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591B3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B78D4-564E-C9E7-B67F-3023B5B559EF}"/>
              </a:ext>
            </a:extLst>
          </p:cNvPr>
          <p:cNvSpPr/>
          <p:nvPr/>
        </p:nvSpPr>
        <p:spPr>
          <a:xfrm>
            <a:off x="2070371" y="3448425"/>
            <a:ext cx="678162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06F9C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96A74F-1BB5-AFE0-A165-D823A1BB28C6}"/>
              </a:ext>
            </a:extLst>
          </p:cNvPr>
          <p:cNvSpPr/>
          <p:nvPr/>
        </p:nvSpPr>
        <p:spPr>
          <a:xfrm>
            <a:off x="6920009" y="1253722"/>
            <a:ext cx="829216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591B3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5F2537-FB66-2422-A2E8-15FA782F9146}"/>
              </a:ext>
            </a:extLst>
          </p:cNvPr>
          <p:cNvSpPr/>
          <p:nvPr/>
        </p:nvSpPr>
        <p:spPr>
          <a:xfrm>
            <a:off x="6920009" y="1509765"/>
            <a:ext cx="678162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06F9C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FCF339-F643-1976-E1BD-72FC8A91CF94}"/>
              </a:ext>
            </a:extLst>
          </p:cNvPr>
          <p:cNvSpPr/>
          <p:nvPr/>
        </p:nvSpPr>
        <p:spPr>
          <a:xfrm>
            <a:off x="6920009" y="3242048"/>
            <a:ext cx="678162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06F9C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DCA248-3D6E-A5BC-B622-8F3196214F37}"/>
              </a:ext>
            </a:extLst>
          </p:cNvPr>
          <p:cNvSpPr/>
          <p:nvPr/>
        </p:nvSpPr>
        <p:spPr>
          <a:xfrm>
            <a:off x="6920009" y="3036813"/>
            <a:ext cx="829216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591B3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AFA83E-253C-F246-4924-9D80DCB422CC}"/>
              </a:ext>
            </a:extLst>
          </p:cNvPr>
          <p:cNvSpPr/>
          <p:nvPr/>
        </p:nvSpPr>
        <p:spPr>
          <a:xfrm>
            <a:off x="2065464" y="5055382"/>
            <a:ext cx="646270" cy="16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D09FBA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83D921-0B5B-E21E-03B5-5CE2D6ECB60D}"/>
              </a:ext>
            </a:extLst>
          </p:cNvPr>
          <p:cNvSpPr/>
          <p:nvPr/>
        </p:nvSpPr>
        <p:spPr>
          <a:xfrm>
            <a:off x="2065464" y="6418617"/>
            <a:ext cx="624032" cy="16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880E4F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8B76E4-A93E-305E-EB55-2F0827900DE7}"/>
              </a:ext>
            </a:extLst>
          </p:cNvPr>
          <p:cNvSpPr/>
          <p:nvPr/>
        </p:nvSpPr>
        <p:spPr>
          <a:xfrm>
            <a:off x="2065464" y="6680109"/>
            <a:ext cx="646270" cy="16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D09FBA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7C8073-E0D3-2A21-A331-B542B17178A8}"/>
              </a:ext>
            </a:extLst>
          </p:cNvPr>
          <p:cNvSpPr/>
          <p:nvPr/>
        </p:nvSpPr>
        <p:spPr>
          <a:xfrm>
            <a:off x="2066512" y="6844880"/>
            <a:ext cx="740870" cy="16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AC5684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105F88-0E30-9141-B659-590856EBCF10}"/>
              </a:ext>
            </a:extLst>
          </p:cNvPr>
          <p:cNvSpPr/>
          <p:nvPr/>
        </p:nvSpPr>
        <p:spPr>
          <a:xfrm>
            <a:off x="2065464" y="6994900"/>
            <a:ext cx="624032" cy="16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880E4F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780D69-EF0E-E2E1-2BFC-F522E57DC2C4}"/>
              </a:ext>
            </a:extLst>
          </p:cNvPr>
          <p:cNvSpPr/>
          <p:nvPr/>
        </p:nvSpPr>
        <p:spPr>
          <a:xfrm>
            <a:off x="2065464" y="7351010"/>
            <a:ext cx="740870" cy="16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AC5684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A67508-8FF2-1DF4-AE89-00960ACE16E4}"/>
              </a:ext>
            </a:extLst>
          </p:cNvPr>
          <p:cNvSpPr/>
          <p:nvPr/>
        </p:nvSpPr>
        <p:spPr>
          <a:xfrm>
            <a:off x="6933329" y="5180896"/>
            <a:ext cx="646270" cy="16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D09FBA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8D7668-9175-9DE8-B18D-8758ED5B34C7}"/>
              </a:ext>
            </a:extLst>
          </p:cNvPr>
          <p:cNvSpPr/>
          <p:nvPr/>
        </p:nvSpPr>
        <p:spPr>
          <a:xfrm>
            <a:off x="6933329" y="6030272"/>
            <a:ext cx="646270" cy="16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D09FBA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0F1D525-9D9E-48EE-7960-07B2A2816A4E}"/>
              </a:ext>
            </a:extLst>
          </p:cNvPr>
          <p:cNvSpPr/>
          <p:nvPr/>
        </p:nvSpPr>
        <p:spPr>
          <a:xfrm>
            <a:off x="6933329" y="6291526"/>
            <a:ext cx="740870" cy="16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AC5684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999D57A-7D65-CA1D-D3C7-0B9831BA843B}"/>
              </a:ext>
            </a:extLst>
          </p:cNvPr>
          <p:cNvSpPr/>
          <p:nvPr/>
        </p:nvSpPr>
        <p:spPr>
          <a:xfrm>
            <a:off x="6933329" y="6937491"/>
            <a:ext cx="646270" cy="16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D09FBA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ED421C-D480-B66D-D32E-F845143720D8}"/>
              </a:ext>
            </a:extLst>
          </p:cNvPr>
          <p:cNvSpPr/>
          <p:nvPr/>
        </p:nvSpPr>
        <p:spPr>
          <a:xfrm>
            <a:off x="6932520" y="7402155"/>
            <a:ext cx="740869" cy="181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880E4F"/>
                </a:solidFill>
                <a:latin typeface="Helvetica" pitchFamily="2" charset="0"/>
              </a:rPr>
              <a:t>NS</a:t>
            </a:r>
          </a:p>
        </p:txBody>
      </p:sp>
    </p:spTree>
    <p:extLst>
      <p:ext uri="{BB962C8B-B14F-4D97-AF65-F5344CB8AC3E}">
        <p14:creationId xmlns:p14="http://schemas.microsoft.com/office/powerpoint/2010/main" val="3605004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59</Words>
  <Application>Microsoft Macintosh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Mongillo, Nicole Julia</dc:creator>
  <cp:lastModifiedBy>Mongillo, Nicole Julia</cp:lastModifiedBy>
  <cp:revision>4</cp:revision>
  <dcterms:created xsi:type="dcterms:W3CDTF">2025-07-30T21:13:11Z</dcterms:created>
  <dcterms:modified xsi:type="dcterms:W3CDTF">2025-11-17T23:16:05Z</dcterms:modified>
</cp:coreProperties>
</file>