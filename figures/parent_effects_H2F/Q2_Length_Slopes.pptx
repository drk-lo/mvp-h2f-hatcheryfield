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12188825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1B3"/>
    <a:srgbClr val="F8B8CE"/>
    <a:srgbClr val="880E4F"/>
    <a:srgbClr val="AC5684"/>
    <a:srgbClr val="C992B1"/>
    <a:srgbClr val="F06F9C"/>
    <a:srgbClr val="F16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31"/>
  </p:normalViewPr>
  <p:slideViewPr>
    <p:cSldViewPr snapToGrid="0">
      <p:cViewPr>
        <p:scale>
          <a:sx n="118" d="100"/>
          <a:sy n="118" d="100"/>
        </p:scale>
        <p:origin x="-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E9E7E-1A09-EC49-8954-EA36632E00A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143000"/>
            <a:ext cx="457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93031-D579-1144-BE45-5A6B0EDFB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A and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93031-D579-1144-BE45-5A6B0EDFB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79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1346836"/>
            <a:ext cx="10360501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4322446"/>
            <a:ext cx="9141619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9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4" y="2051688"/>
            <a:ext cx="10512862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4" y="5507358"/>
            <a:ext cx="10512862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2190750"/>
            <a:ext cx="518025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2190750"/>
            <a:ext cx="518025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2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438152"/>
            <a:ext cx="10512862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1" y="2017396"/>
            <a:ext cx="5156443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1" y="3006090"/>
            <a:ext cx="515644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2017396"/>
            <a:ext cx="518183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006090"/>
            <a:ext cx="518183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1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2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8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548640"/>
            <a:ext cx="3931213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1184912"/>
            <a:ext cx="6170593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69" y="2468880"/>
            <a:ext cx="3931213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548640"/>
            <a:ext cx="3931213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1184912"/>
            <a:ext cx="6170593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69" y="2468880"/>
            <a:ext cx="3931213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4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6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9" y="438150"/>
            <a:ext cx="262821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38150"/>
            <a:ext cx="7732286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2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438152"/>
            <a:ext cx="10512862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2190750"/>
            <a:ext cx="10512862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7627622"/>
            <a:ext cx="274248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A9817-0DFB-B440-8114-89C26C8F58B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7627622"/>
            <a:ext cx="411372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7627622"/>
            <a:ext cx="274248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C2D16-9605-8B46-88DF-3F76BEB92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1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51D6863-3AE7-FE04-EDB1-EE8FC1F97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869" y="4794527"/>
            <a:ext cx="5760720" cy="32918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3EFB73-2D11-DB3F-36C2-A376BD78A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869" y="1066549"/>
            <a:ext cx="5760720" cy="32918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EE52958-A580-4701-98F3-083B5D45C1FA}"/>
              </a:ext>
            </a:extLst>
          </p:cNvPr>
          <p:cNvPicPr>
            <a:picLocks/>
          </p:cNvPicPr>
          <p:nvPr/>
        </p:nvPicPr>
        <p:blipFill>
          <a:blip r:embed="rId5"/>
          <a:srcRect r="21753"/>
          <a:stretch>
            <a:fillRect/>
          </a:stretch>
        </p:blipFill>
        <p:spPr>
          <a:xfrm>
            <a:off x="507168" y="4796412"/>
            <a:ext cx="4544568" cy="3291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D62617-2674-9069-FEF4-1835D43BD5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1165"/>
          <a:stretch>
            <a:fillRect/>
          </a:stretch>
        </p:blipFill>
        <p:spPr>
          <a:xfrm>
            <a:off x="507168" y="1066549"/>
            <a:ext cx="4541425" cy="3291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4381A7-2BB2-5EF7-DB53-0A993AD4140C}"/>
              </a:ext>
            </a:extLst>
          </p:cNvPr>
          <p:cNvSpPr txBox="1"/>
          <p:nvPr/>
        </p:nvSpPr>
        <p:spPr>
          <a:xfrm>
            <a:off x="-339405" y="71476"/>
            <a:ext cx="650240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20" b="1" dirty="0">
                <a:latin typeface="Helvetica" pitchFamily="2" charset="0"/>
              </a:rPr>
              <a:t>Slopes of Length vs. Genetic Variables and Env. Quantiles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C1BC9-CB98-E661-3FEC-3E42CE0E402A}"/>
              </a:ext>
            </a:extLst>
          </p:cNvPr>
          <p:cNvSpPr txBox="1"/>
          <p:nvPr/>
        </p:nvSpPr>
        <p:spPr>
          <a:xfrm>
            <a:off x="5138923" y="516328"/>
            <a:ext cx="131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Lewisetta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7526B-1935-E421-D9D7-BD53E608AFEB}"/>
              </a:ext>
            </a:extLst>
          </p:cNvPr>
          <p:cNvSpPr txBox="1"/>
          <p:nvPr/>
        </p:nvSpPr>
        <p:spPr>
          <a:xfrm>
            <a:off x="5029612" y="4482718"/>
            <a:ext cx="153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York 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AB4DE-C442-A26B-1AD6-D4D67720AE09}"/>
              </a:ext>
            </a:extLst>
          </p:cNvPr>
          <p:cNvSpPr txBox="1"/>
          <p:nvPr/>
        </p:nvSpPr>
        <p:spPr>
          <a:xfrm>
            <a:off x="442199" y="941832"/>
            <a:ext cx="54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5A0E04-ECEF-6E58-5F3A-413151264EB1}"/>
              </a:ext>
            </a:extLst>
          </p:cNvPr>
          <p:cNvSpPr txBox="1"/>
          <p:nvPr/>
        </p:nvSpPr>
        <p:spPr>
          <a:xfrm>
            <a:off x="2248420" y="1180084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591B3"/>
                </a:solidFill>
              </a:rPr>
              <a:t>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49CEA-4515-A0F1-E2AE-4E48A344F14E}"/>
              </a:ext>
            </a:extLst>
          </p:cNvPr>
          <p:cNvSpPr txBox="1"/>
          <p:nvPr/>
        </p:nvSpPr>
        <p:spPr>
          <a:xfrm>
            <a:off x="2233751" y="2480500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16293"/>
                </a:solidFill>
              </a:rPr>
              <a:t>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C00162-6462-77A1-710C-E2A91D3EE83E}"/>
              </a:ext>
            </a:extLst>
          </p:cNvPr>
          <p:cNvSpPr txBox="1"/>
          <p:nvPr/>
        </p:nvSpPr>
        <p:spPr>
          <a:xfrm>
            <a:off x="2233751" y="2316967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06F9C"/>
                </a:solidFill>
              </a:rPr>
              <a:t>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C6EC6-3563-EA30-AC71-4D9A70CF679C}"/>
              </a:ext>
            </a:extLst>
          </p:cNvPr>
          <p:cNvSpPr txBox="1"/>
          <p:nvPr/>
        </p:nvSpPr>
        <p:spPr>
          <a:xfrm>
            <a:off x="2233751" y="2935948"/>
            <a:ext cx="855722" cy="182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06F9C"/>
                </a:solidFill>
              </a:rPr>
              <a:t>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28C44-207D-101E-E270-8E75B768126D}"/>
              </a:ext>
            </a:extLst>
          </p:cNvPr>
          <p:cNvSpPr txBox="1"/>
          <p:nvPr/>
        </p:nvSpPr>
        <p:spPr>
          <a:xfrm>
            <a:off x="2233751" y="2757634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591B3"/>
                </a:solidFill>
              </a:rPr>
              <a:t>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49A465-EE94-D119-8DC5-A4DD6FDB6112}"/>
              </a:ext>
            </a:extLst>
          </p:cNvPr>
          <p:cNvSpPr txBox="1"/>
          <p:nvPr/>
        </p:nvSpPr>
        <p:spPr>
          <a:xfrm>
            <a:off x="2233751" y="2130022"/>
            <a:ext cx="914400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591B3"/>
                </a:solidFill>
              </a:rPr>
              <a:t>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C1B7A8-CF65-C608-5C5D-268846F83603}"/>
              </a:ext>
            </a:extLst>
          </p:cNvPr>
          <p:cNvSpPr txBox="1"/>
          <p:nvPr/>
        </p:nvSpPr>
        <p:spPr>
          <a:xfrm>
            <a:off x="2233751" y="5953629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992B1"/>
                </a:solidFill>
              </a:rPr>
              <a:t>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CD8CD8-AFA5-1FF1-D36D-CE4C0058723A}"/>
              </a:ext>
            </a:extLst>
          </p:cNvPr>
          <p:cNvSpPr txBox="1"/>
          <p:nvPr/>
        </p:nvSpPr>
        <p:spPr>
          <a:xfrm>
            <a:off x="2233751" y="6811772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880E4F"/>
                </a:solidFill>
              </a:rPr>
              <a:t>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5EEE8-30D3-92AC-9F0B-64C35017E2A3}"/>
              </a:ext>
            </a:extLst>
          </p:cNvPr>
          <p:cNvSpPr txBox="1"/>
          <p:nvPr/>
        </p:nvSpPr>
        <p:spPr>
          <a:xfrm>
            <a:off x="2233751" y="6496129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992B1"/>
                </a:solidFill>
              </a:rPr>
              <a:t>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C8AC9-0114-701A-7051-CE4E59C497FA}"/>
              </a:ext>
            </a:extLst>
          </p:cNvPr>
          <p:cNvSpPr txBox="1"/>
          <p:nvPr/>
        </p:nvSpPr>
        <p:spPr>
          <a:xfrm>
            <a:off x="5798869" y="108378"/>
            <a:ext cx="650240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20" b="1" dirty="0">
                <a:latin typeface="Helvetica" pitchFamily="2" charset="0"/>
              </a:rPr>
              <a:t>Slopes of Length vs. Genetic Variables and Env.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D3FBC-C530-793B-B1C5-D2A3A05E2CB9}"/>
              </a:ext>
            </a:extLst>
          </p:cNvPr>
          <p:cNvSpPr txBox="1"/>
          <p:nvPr/>
        </p:nvSpPr>
        <p:spPr>
          <a:xfrm>
            <a:off x="7329914" y="7163051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880E4F"/>
                </a:solidFill>
              </a:rPr>
              <a:t>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7E149F-1CC3-A1AE-921F-4705F449A96E}"/>
              </a:ext>
            </a:extLst>
          </p:cNvPr>
          <p:cNvSpPr txBox="1"/>
          <p:nvPr/>
        </p:nvSpPr>
        <p:spPr>
          <a:xfrm>
            <a:off x="7329914" y="3521574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16293"/>
                </a:solidFill>
              </a:rPr>
              <a:t>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F98485-98BD-6825-CFA6-ECB4A34F7432}"/>
              </a:ext>
            </a:extLst>
          </p:cNvPr>
          <p:cNvSpPr txBox="1"/>
          <p:nvPr/>
        </p:nvSpPr>
        <p:spPr>
          <a:xfrm>
            <a:off x="7329914" y="3286835"/>
            <a:ext cx="85572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06F9C"/>
                </a:solidFill>
              </a:rPr>
              <a:t>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F9EFF9-04DD-BE3F-838A-8318E7C2D132}"/>
              </a:ext>
            </a:extLst>
          </p:cNvPr>
          <p:cNvSpPr txBox="1"/>
          <p:nvPr/>
        </p:nvSpPr>
        <p:spPr>
          <a:xfrm>
            <a:off x="442199" y="4870950"/>
            <a:ext cx="54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C84F2A-FBD7-3449-54CB-700F4BE4D133}"/>
              </a:ext>
            </a:extLst>
          </p:cNvPr>
          <p:cNvSpPr txBox="1"/>
          <p:nvPr/>
        </p:nvSpPr>
        <p:spPr>
          <a:xfrm flipH="1">
            <a:off x="5701072" y="4871370"/>
            <a:ext cx="46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C06381-1602-9759-2874-94DDF199F137}"/>
              </a:ext>
            </a:extLst>
          </p:cNvPr>
          <p:cNvSpPr txBox="1"/>
          <p:nvPr/>
        </p:nvSpPr>
        <p:spPr>
          <a:xfrm flipH="1">
            <a:off x="5701072" y="942201"/>
            <a:ext cx="46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032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46</Words>
  <Application>Microsoft Macintosh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Mongillo, Nicole Julia</dc:creator>
  <cp:lastModifiedBy>Mongillo, Nicole Julia</cp:lastModifiedBy>
  <cp:revision>9</cp:revision>
  <dcterms:created xsi:type="dcterms:W3CDTF">2025-07-30T16:50:13Z</dcterms:created>
  <dcterms:modified xsi:type="dcterms:W3CDTF">2025-11-25T01:46:38Z</dcterms:modified>
</cp:coreProperties>
</file>