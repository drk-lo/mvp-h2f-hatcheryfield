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</p:sldIdLst>
  <p:sldSz cx="12188825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91B3"/>
    <a:srgbClr val="F8B8CE"/>
    <a:srgbClr val="880E4F"/>
    <a:srgbClr val="AC5684"/>
    <a:srgbClr val="C992B1"/>
    <a:srgbClr val="F06F9C"/>
    <a:srgbClr val="F162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31"/>
  </p:normalViewPr>
  <p:slideViewPr>
    <p:cSldViewPr snapToGrid="0">
      <p:cViewPr>
        <p:scale>
          <a:sx n="146" d="100"/>
          <a:sy n="146" d="100"/>
        </p:scale>
        <p:origin x="-328" y="-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1346836"/>
            <a:ext cx="10360501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3603" y="4322446"/>
            <a:ext cx="9141619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9817-0DFB-B440-8114-89C26C8F58BC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C2D16-9605-8B46-88DF-3F76BEB92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199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9817-0DFB-B440-8114-89C26C8F58BC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C2D16-9605-8B46-88DF-3F76BEB92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951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634" y="2051688"/>
            <a:ext cx="10512862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634" y="5507358"/>
            <a:ext cx="10512862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9817-0DFB-B440-8114-89C26C8F58BC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C2D16-9605-8B46-88DF-3F76BEB92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320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7982" y="2190750"/>
            <a:ext cx="5180251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592" y="2190750"/>
            <a:ext cx="5180251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9817-0DFB-B440-8114-89C26C8F58BC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C2D16-9605-8B46-88DF-3F76BEB92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527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569" y="438152"/>
            <a:ext cx="10512862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571" y="2017396"/>
            <a:ext cx="5156443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571" y="3006090"/>
            <a:ext cx="5156443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0593" y="2017396"/>
            <a:ext cx="5181838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593" y="3006090"/>
            <a:ext cx="5181838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9817-0DFB-B440-8114-89C26C8F58BC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C2D16-9605-8B46-88DF-3F76BEB92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3116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9817-0DFB-B440-8114-89C26C8F58BC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C2D16-9605-8B46-88DF-3F76BEB92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629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9817-0DFB-B440-8114-89C26C8F58BC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C2D16-9605-8B46-88DF-3F76BEB92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183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569" y="548640"/>
            <a:ext cx="3931213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838" y="1184912"/>
            <a:ext cx="6170593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569" y="2468880"/>
            <a:ext cx="3931213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9817-0DFB-B440-8114-89C26C8F58BC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C2D16-9605-8B46-88DF-3F76BEB92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638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569" y="548640"/>
            <a:ext cx="3931213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1838" y="1184912"/>
            <a:ext cx="6170593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569" y="2468880"/>
            <a:ext cx="3931213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9817-0DFB-B440-8114-89C26C8F58BC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C2D16-9605-8B46-88DF-3F76BEB92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7146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9817-0DFB-B440-8114-89C26C8F58BC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C2D16-9605-8B46-88DF-3F76BEB92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666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2629" y="438150"/>
            <a:ext cx="2628215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7982" y="438150"/>
            <a:ext cx="7732286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A9817-0DFB-B440-8114-89C26C8F58BC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1C2D16-9605-8B46-88DF-3F76BEB92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7250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7982" y="438152"/>
            <a:ext cx="10512862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7982" y="2190750"/>
            <a:ext cx="10512862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7982" y="7627622"/>
            <a:ext cx="2742486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AA9817-0DFB-B440-8114-89C26C8F58BC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7549" y="7627622"/>
            <a:ext cx="4113728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08357" y="7627622"/>
            <a:ext cx="2742486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1C2D16-9605-8B46-88DF-3F76BEB920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18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122FCFC-A6AC-E418-E8B2-5FAE114A60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511"/>
          <a:stretch>
            <a:fillRect/>
          </a:stretch>
        </p:blipFill>
        <p:spPr>
          <a:xfrm>
            <a:off x="631559" y="1059169"/>
            <a:ext cx="4521559" cy="32918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379483-D3AC-D93E-3587-683A2D6CB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1511"/>
          <a:stretch>
            <a:fillRect/>
          </a:stretch>
        </p:blipFill>
        <p:spPr>
          <a:xfrm>
            <a:off x="631559" y="4943355"/>
            <a:ext cx="4521559" cy="329184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4381A7-2BB2-5EF7-DB53-0A993AD4140C}"/>
              </a:ext>
            </a:extLst>
          </p:cNvPr>
          <p:cNvSpPr txBox="1"/>
          <p:nvPr/>
        </p:nvSpPr>
        <p:spPr>
          <a:xfrm>
            <a:off x="-339405" y="71476"/>
            <a:ext cx="6502400" cy="68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20" b="1" dirty="0">
                <a:latin typeface="Helvetica" pitchFamily="2" charset="0"/>
              </a:rPr>
              <a:t>Slopes of Length vs. Genetic Variables and Env. Quantiles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EC1BC9-CB98-E661-3FEC-3E42CE0E402A}"/>
              </a:ext>
            </a:extLst>
          </p:cNvPr>
          <p:cNvSpPr txBox="1"/>
          <p:nvPr/>
        </p:nvSpPr>
        <p:spPr>
          <a:xfrm>
            <a:off x="5138923" y="516328"/>
            <a:ext cx="1319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latin typeface="Helvetica" pitchFamily="2" charset="0"/>
              </a:rPr>
              <a:t>Lewisetta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7526B-1935-E421-D9D7-BD53E608AFEB}"/>
              </a:ext>
            </a:extLst>
          </p:cNvPr>
          <p:cNvSpPr txBox="1"/>
          <p:nvPr/>
        </p:nvSpPr>
        <p:spPr>
          <a:xfrm>
            <a:off x="5029612" y="4482718"/>
            <a:ext cx="1538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>
                <a:latin typeface="Helvetica" pitchFamily="2" charset="0"/>
              </a:rPr>
              <a:t>York River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AAB4DE-C442-A26B-1AD6-D4D67720AE09}"/>
              </a:ext>
            </a:extLst>
          </p:cNvPr>
          <p:cNvSpPr txBox="1"/>
          <p:nvPr/>
        </p:nvSpPr>
        <p:spPr>
          <a:xfrm>
            <a:off x="442199" y="941832"/>
            <a:ext cx="543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5A0E04-ECEF-6E58-5F3A-413151264EB1}"/>
              </a:ext>
            </a:extLst>
          </p:cNvPr>
          <p:cNvSpPr txBox="1"/>
          <p:nvPr/>
        </p:nvSpPr>
        <p:spPr>
          <a:xfrm>
            <a:off x="2350020" y="1180084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591B3"/>
                </a:solidFill>
              </a:rPr>
              <a:t>NS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D49CEA-4515-A0F1-E2AE-4E48A344F14E}"/>
              </a:ext>
            </a:extLst>
          </p:cNvPr>
          <p:cNvSpPr txBox="1"/>
          <p:nvPr/>
        </p:nvSpPr>
        <p:spPr>
          <a:xfrm>
            <a:off x="2335351" y="2480500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16293"/>
                </a:solidFill>
              </a:rPr>
              <a:t>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C00162-6462-77A1-710C-E2A91D3EE83E}"/>
              </a:ext>
            </a:extLst>
          </p:cNvPr>
          <p:cNvSpPr txBox="1"/>
          <p:nvPr/>
        </p:nvSpPr>
        <p:spPr>
          <a:xfrm>
            <a:off x="2335351" y="2316967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06F9C"/>
                </a:solidFill>
              </a:rPr>
              <a:t>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8C6EC6-3563-EA30-AC71-4D9A70CF679C}"/>
              </a:ext>
            </a:extLst>
          </p:cNvPr>
          <p:cNvSpPr txBox="1"/>
          <p:nvPr/>
        </p:nvSpPr>
        <p:spPr>
          <a:xfrm>
            <a:off x="2335351" y="2935948"/>
            <a:ext cx="855722" cy="18288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06F9C"/>
                </a:solidFill>
              </a:rPr>
              <a:t>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628C44-207D-101E-E270-8E75B768126D}"/>
              </a:ext>
            </a:extLst>
          </p:cNvPr>
          <p:cNvSpPr txBox="1"/>
          <p:nvPr/>
        </p:nvSpPr>
        <p:spPr>
          <a:xfrm>
            <a:off x="2335351" y="2727154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591B3"/>
                </a:solidFill>
              </a:rPr>
              <a:t>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49A465-EE94-D119-8DC5-A4DD6FDB6112}"/>
              </a:ext>
            </a:extLst>
          </p:cNvPr>
          <p:cNvSpPr txBox="1"/>
          <p:nvPr/>
        </p:nvSpPr>
        <p:spPr>
          <a:xfrm>
            <a:off x="2335351" y="2130022"/>
            <a:ext cx="914400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591B3"/>
                </a:solidFill>
              </a:rPr>
              <a:t>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6A3FCC-C531-4512-9077-EDC3F8E8AFE4}"/>
              </a:ext>
            </a:extLst>
          </p:cNvPr>
          <p:cNvSpPr txBox="1"/>
          <p:nvPr/>
        </p:nvSpPr>
        <p:spPr>
          <a:xfrm>
            <a:off x="2350020" y="6204588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AC5684"/>
                </a:solidFill>
              </a:rPr>
              <a:t>NS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C1B7A8-CF65-C608-5C5D-268846F83603}"/>
              </a:ext>
            </a:extLst>
          </p:cNvPr>
          <p:cNvSpPr txBox="1"/>
          <p:nvPr/>
        </p:nvSpPr>
        <p:spPr>
          <a:xfrm>
            <a:off x="2350020" y="5968477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992B1"/>
                </a:solidFill>
              </a:rPr>
              <a:t>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CCD8CD8-AFA5-1FF1-D36D-CE4C0058723A}"/>
              </a:ext>
            </a:extLst>
          </p:cNvPr>
          <p:cNvSpPr txBox="1"/>
          <p:nvPr/>
        </p:nvSpPr>
        <p:spPr>
          <a:xfrm>
            <a:off x="2350020" y="7009500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880E4F"/>
                </a:solidFill>
              </a:rPr>
              <a:t>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DF38100-34AB-754A-9FB0-E76B092B2899}"/>
              </a:ext>
            </a:extLst>
          </p:cNvPr>
          <p:cNvSpPr txBox="1"/>
          <p:nvPr/>
        </p:nvSpPr>
        <p:spPr>
          <a:xfrm>
            <a:off x="2350020" y="6811566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AC5684"/>
                </a:solidFill>
              </a:rPr>
              <a:t>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E5EEE8-30D3-92AC-9F0B-64C35017E2A3}"/>
              </a:ext>
            </a:extLst>
          </p:cNvPr>
          <p:cNvSpPr txBox="1"/>
          <p:nvPr/>
        </p:nvSpPr>
        <p:spPr>
          <a:xfrm>
            <a:off x="2350020" y="6622737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992B1"/>
                </a:solidFill>
              </a:rPr>
              <a:t>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9BEC77-06E7-3040-2641-89C246F7E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8869" y="1085672"/>
            <a:ext cx="5760720" cy="32918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7C0286-2125-13AB-C66E-A96BD1C020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8869" y="4943355"/>
            <a:ext cx="5760720" cy="32918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58C8AC9-0114-701A-7051-CE4E59C497FA}"/>
              </a:ext>
            </a:extLst>
          </p:cNvPr>
          <p:cNvSpPr txBox="1"/>
          <p:nvPr/>
        </p:nvSpPr>
        <p:spPr>
          <a:xfrm>
            <a:off x="5798869" y="108378"/>
            <a:ext cx="6502400" cy="68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920" b="1" dirty="0">
                <a:latin typeface="Helvetica" pitchFamily="2" charset="0"/>
              </a:rPr>
              <a:t>Slopes of Length vs. Genetic Variables and Env. Distance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3D3FBC-C530-793B-B1C5-D2A3A05E2CB9}"/>
              </a:ext>
            </a:extLst>
          </p:cNvPr>
          <p:cNvSpPr txBox="1"/>
          <p:nvPr/>
        </p:nvSpPr>
        <p:spPr>
          <a:xfrm>
            <a:off x="7329914" y="7362656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880E4F"/>
                </a:solidFill>
              </a:rPr>
              <a:t>NS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6C3A20-6CB3-DB6E-7D16-BD953DFC8FD9}"/>
              </a:ext>
            </a:extLst>
          </p:cNvPr>
          <p:cNvSpPr txBox="1"/>
          <p:nvPr/>
        </p:nvSpPr>
        <p:spPr>
          <a:xfrm>
            <a:off x="7329914" y="7114135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AC5684"/>
                </a:solidFill>
              </a:rPr>
              <a:t>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10E8215-E746-5D3A-85C0-B07509ED8751}"/>
              </a:ext>
            </a:extLst>
          </p:cNvPr>
          <p:cNvSpPr txBox="1"/>
          <p:nvPr/>
        </p:nvSpPr>
        <p:spPr>
          <a:xfrm>
            <a:off x="7329914" y="6897642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992B1"/>
                </a:solidFill>
              </a:rPr>
              <a:t>NS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648EE14-5239-7272-BDDC-C101002A1556}"/>
              </a:ext>
            </a:extLst>
          </p:cNvPr>
          <p:cNvSpPr txBox="1"/>
          <p:nvPr/>
        </p:nvSpPr>
        <p:spPr>
          <a:xfrm>
            <a:off x="7329914" y="6260363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AC5684"/>
                </a:solidFill>
              </a:rPr>
              <a:t>NS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CD06E3-BB8F-8D93-90BC-6DFE4A327D72}"/>
              </a:ext>
            </a:extLst>
          </p:cNvPr>
          <p:cNvSpPr txBox="1"/>
          <p:nvPr/>
        </p:nvSpPr>
        <p:spPr>
          <a:xfrm>
            <a:off x="7329914" y="6043870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992B1"/>
                </a:solidFill>
              </a:rPr>
              <a:t>NS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5E39F3-ECA4-93DB-14F1-313659530C20}"/>
              </a:ext>
            </a:extLst>
          </p:cNvPr>
          <p:cNvSpPr txBox="1"/>
          <p:nvPr/>
        </p:nvSpPr>
        <p:spPr>
          <a:xfrm>
            <a:off x="7329914" y="5391540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AC5684"/>
                </a:solidFill>
              </a:rPr>
              <a:t>NS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DFBEDD4-E83E-E48C-EAEF-D3C6EFB103F2}"/>
              </a:ext>
            </a:extLst>
          </p:cNvPr>
          <p:cNvSpPr txBox="1"/>
          <p:nvPr/>
        </p:nvSpPr>
        <p:spPr>
          <a:xfrm>
            <a:off x="7329914" y="5175047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992B1"/>
                </a:solidFill>
              </a:rPr>
              <a:t>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7E149F-1CC3-A1AE-921F-4705F449A96E}"/>
              </a:ext>
            </a:extLst>
          </p:cNvPr>
          <p:cNvSpPr txBox="1"/>
          <p:nvPr/>
        </p:nvSpPr>
        <p:spPr>
          <a:xfrm>
            <a:off x="7329914" y="3521574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16293"/>
                </a:solidFill>
              </a:rPr>
              <a:t>NS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5F98485-98BD-6825-CFA6-ECB4A34F7432}"/>
              </a:ext>
            </a:extLst>
          </p:cNvPr>
          <p:cNvSpPr txBox="1"/>
          <p:nvPr/>
        </p:nvSpPr>
        <p:spPr>
          <a:xfrm>
            <a:off x="7329914" y="3286835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06F9C"/>
                </a:solidFill>
              </a:rPr>
              <a:t>NS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EBB29CC-16A2-48DB-1E66-37C6D28031EF}"/>
              </a:ext>
            </a:extLst>
          </p:cNvPr>
          <p:cNvSpPr txBox="1"/>
          <p:nvPr/>
        </p:nvSpPr>
        <p:spPr>
          <a:xfrm>
            <a:off x="7329914" y="3070433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591B3"/>
                </a:solidFill>
              </a:rPr>
              <a:t>NS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DD8B9A-697B-5FCA-C9C2-4B0293B99DEB}"/>
              </a:ext>
            </a:extLst>
          </p:cNvPr>
          <p:cNvSpPr txBox="1"/>
          <p:nvPr/>
        </p:nvSpPr>
        <p:spPr>
          <a:xfrm>
            <a:off x="7329914" y="1298786"/>
            <a:ext cx="855722" cy="23774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591B3"/>
                </a:solidFill>
              </a:rPr>
              <a:t>NS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F9EFF9-04DD-BE3F-838A-8318E7C2D132}"/>
              </a:ext>
            </a:extLst>
          </p:cNvPr>
          <p:cNvSpPr txBox="1"/>
          <p:nvPr/>
        </p:nvSpPr>
        <p:spPr>
          <a:xfrm>
            <a:off x="442199" y="4870950"/>
            <a:ext cx="543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C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C84F2A-FBD7-3449-54CB-700F4BE4D133}"/>
              </a:ext>
            </a:extLst>
          </p:cNvPr>
          <p:cNvSpPr txBox="1"/>
          <p:nvPr/>
        </p:nvSpPr>
        <p:spPr>
          <a:xfrm flipH="1">
            <a:off x="5701072" y="4871370"/>
            <a:ext cx="4619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C06381-1602-9759-2874-94DDF199F137}"/>
              </a:ext>
            </a:extLst>
          </p:cNvPr>
          <p:cNvSpPr txBox="1"/>
          <p:nvPr/>
        </p:nvSpPr>
        <p:spPr>
          <a:xfrm flipH="1">
            <a:off x="5701072" y="942201"/>
            <a:ext cx="4619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40324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</TotalTime>
  <Words>51</Words>
  <Application>Microsoft Macintosh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Mongillo, Nicole Julia</dc:creator>
  <cp:lastModifiedBy>Mongillo, Nicole Julia</cp:lastModifiedBy>
  <cp:revision>6</cp:revision>
  <dcterms:created xsi:type="dcterms:W3CDTF">2025-07-30T16:50:13Z</dcterms:created>
  <dcterms:modified xsi:type="dcterms:W3CDTF">2025-11-17T23:31:40Z</dcterms:modified>
</cp:coreProperties>
</file>