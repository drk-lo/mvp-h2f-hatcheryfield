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12192000" cy="12188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9E89"/>
    <a:srgbClr val="6FCE58"/>
    <a:srgbClr val="24828E"/>
    <a:srgbClr val="209D89"/>
    <a:srgbClr val="33B879"/>
    <a:srgbClr val="482778"/>
    <a:srgbClr val="450356"/>
    <a:srgbClr val="31688E"/>
    <a:srgbClr val="3E4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46"/>
    <p:restoredTop sz="94712"/>
  </p:normalViewPr>
  <p:slideViewPr>
    <p:cSldViewPr snapToGrid="0">
      <p:cViewPr>
        <p:scale>
          <a:sx n="141" d="100"/>
          <a:sy n="141" d="100"/>
        </p:scale>
        <p:origin x="-2472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5B259B-1F42-0448-AF93-D62C71E9FE53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5359F1-B393-5840-B589-7EE9AFACD3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489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5359F1-B393-5840-B589-7EE9AFACD3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87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94792"/>
            <a:ext cx="10363200" cy="424351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6401956"/>
            <a:ext cx="9144000" cy="2942810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52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958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038745"/>
            <a:ext cx="10515600" cy="5070212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8156923"/>
            <a:ext cx="10515600" cy="266630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22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3244711"/>
            <a:ext cx="518160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3244711"/>
            <a:ext cx="518160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959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48945"/>
            <a:ext cx="10515600" cy="2355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987956"/>
            <a:ext cx="5157787" cy="146435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4452307"/>
            <a:ext cx="5157787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987956"/>
            <a:ext cx="5183188" cy="146435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4452307"/>
            <a:ext cx="5183188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86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964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32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12588"/>
            <a:ext cx="3932237" cy="2844059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754968"/>
            <a:ext cx="6172200" cy="8661966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656647"/>
            <a:ext cx="3932237" cy="6774392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095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12588"/>
            <a:ext cx="3932237" cy="2844059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754968"/>
            <a:ext cx="6172200" cy="8661966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656647"/>
            <a:ext cx="3932237" cy="6774392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3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407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648942"/>
            <a:ext cx="2628900" cy="10329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648942"/>
            <a:ext cx="7734300" cy="103294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58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48945"/>
            <a:ext cx="10515600" cy="2355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3244711"/>
            <a:ext cx="10515600" cy="7733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1297238"/>
            <a:ext cx="274320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0175AA-D19A-D346-8060-CE01ADC05081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1297238"/>
            <a:ext cx="411480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1297238"/>
            <a:ext cx="274320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982993-E1B0-DE45-B60A-7C30F3A76A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5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emf"/><Relationship Id="rId5" Type="http://schemas.openxmlformats.org/officeDocument/2006/relationships/image" Target="../media/image3.emf"/><Relationship Id="rId10" Type="http://schemas.openxmlformats.org/officeDocument/2006/relationships/image" Target="../media/image8.emf"/><Relationship Id="rId4" Type="http://schemas.openxmlformats.org/officeDocument/2006/relationships/image" Target="../media/image2.emf"/><Relationship Id="rId9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3AEACD3C-722B-DE8C-C8FB-F0F79284DD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46"/>
          <a:stretch>
            <a:fillRect/>
          </a:stretch>
        </p:blipFill>
        <p:spPr>
          <a:xfrm>
            <a:off x="9151940" y="6270239"/>
            <a:ext cx="2284676" cy="332097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BE0C280-6590-5614-D728-CFABF80A0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86" y="6029579"/>
            <a:ext cx="8458200" cy="356134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399DF79-7DC7-87A1-EFFD-D265283446F9}"/>
              </a:ext>
            </a:extLst>
          </p:cNvPr>
          <p:cNvSpPr txBox="1"/>
          <p:nvPr/>
        </p:nvSpPr>
        <p:spPr>
          <a:xfrm>
            <a:off x="112950" y="9685569"/>
            <a:ext cx="1078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0.1 Temp Quantile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ED9D42-47CB-7F05-BD88-8FB43181132E}"/>
              </a:ext>
            </a:extLst>
          </p:cNvPr>
          <p:cNvSpPr txBox="1"/>
          <p:nvPr/>
        </p:nvSpPr>
        <p:spPr>
          <a:xfrm>
            <a:off x="112950" y="10619013"/>
            <a:ext cx="10427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0.9 Temp Quantile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79EB6BB-E5D4-703F-56A3-1A9288277AE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71" r="6809"/>
          <a:stretch>
            <a:fillRect/>
          </a:stretch>
        </p:blipFill>
        <p:spPr>
          <a:xfrm>
            <a:off x="-90178" y="175258"/>
            <a:ext cx="7052155" cy="5798622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43EBE781-71E7-84DE-CBC3-7B57F9102E8A}"/>
              </a:ext>
            </a:extLst>
          </p:cNvPr>
          <p:cNvSpPr/>
          <p:nvPr/>
        </p:nvSpPr>
        <p:spPr>
          <a:xfrm>
            <a:off x="960443" y="11537168"/>
            <a:ext cx="484505" cy="3819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207295A-EF86-5D39-EBD8-FD37A1A39C97}"/>
              </a:ext>
            </a:extLst>
          </p:cNvPr>
          <p:cNvSpPr txBox="1"/>
          <p:nvPr/>
        </p:nvSpPr>
        <p:spPr>
          <a:xfrm>
            <a:off x="8802631" y="5831889"/>
            <a:ext cx="544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B1773DD0-86EB-86B8-46A4-FC87970F81F1}"/>
              </a:ext>
            </a:extLst>
          </p:cNvPr>
          <p:cNvSpPr/>
          <p:nvPr/>
        </p:nvSpPr>
        <p:spPr>
          <a:xfrm>
            <a:off x="4095094" y="2529661"/>
            <a:ext cx="396053" cy="492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188BBE3-F693-99C7-6188-93F750AE68C4}"/>
              </a:ext>
            </a:extLst>
          </p:cNvPr>
          <p:cNvCxnSpPr>
            <a:cxnSpLocks/>
          </p:cNvCxnSpPr>
          <p:nvPr/>
        </p:nvCxnSpPr>
        <p:spPr>
          <a:xfrm flipH="1" flipV="1">
            <a:off x="4491147" y="3010953"/>
            <a:ext cx="2519863" cy="1754266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F1FBF32-99D4-C71F-125C-10A82ED4EC8D}"/>
              </a:ext>
            </a:extLst>
          </p:cNvPr>
          <p:cNvCxnSpPr>
            <a:cxnSpLocks/>
          </p:cNvCxnSpPr>
          <p:nvPr/>
        </p:nvCxnSpPr>
        <p:spPr>
          <a:xfrm flipH="1">
            <a:off x="4480178" y="306217"/>
            <a:ext cx="2530832" cy="2227653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34B415-9FC4-12FF-E8D2-CE0A8B572322}"/>
              </a:ext>
            </a:extLst>
          </p:cNvPr>
          <p:cNvSpPr txBox="1"/>
          <p:nvPr/>
        </p:nvSpPr>
        <p:spPr>
          <a:xfrm>
            <a:off x="182880" y="58420"/>
            <a:ext cx="544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7B3EF4-C20C-5FCC-D697-A749DF29A333}"/>
              </a:ext>
            </a:extLst>
          </p:cNvPr>
          <p:cNvSpPr txBox="1"/>
          <p:nvPr/>
        </p:nvSpPr>
        <p:spPr>
          <a:xfrm>
            <a:off x="4627629" y="3066876"/>
            <a:ext cx="7847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W4-VA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4DCB51-5539-DE99-9EFF-D019B137FC8F}"/>
              </a:ext>
            </a:extLst>
          </p:cNvPr>
          <p:cNvSpPr txBox="1"/>
          <p:nvPr/>
        </p:nvSpPr>
        <p:spPr>
          <a:xfrm>
            <a:off x="1305245" y="4552773"/>
            <a:ext cx="674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W1-TX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EE85E1-C93A-0F2E-AC4D-377EACE07D04}"/>
              </a:ext>
            </a:extLst>
          </p:cNvPr>
          <p:cNvSpPr txBox="1"/>
          <p:nvPr/>
        </p:nvSpPr>
        <p:spPr>
          <a:xfrm>
            <a:off x="2197780" y="4429663"/>
            <a:ext cx="7075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W2-LA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FCF988-E13B-A597-C456-47738ECA0E1E}"/>
              </a:ext>
            </a:extLst>
          </p:cNvPr>
          <p:cNvSpPr txBox="1"/>
          <p:nvPr/>
        </p:nvSpPr>
        <p:spPr>
          <a:xfrm>
            <a:off x="3529450" y="4069621"/>
            <a:ext cx="823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W3-FL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3E4825-C427-C1D8-C598-08D603F73A1D}"/>
              </a:ext>
            </a:extLst>
          </p:cNvPr>
          <p:cNvSpPr txBox="1"/>
          <p:nvPr/>
        </p:nvSpPr>
        <p:spPr>
          <a:xfrm>
            <a:off x="4455800" y="2820502"/>
            <a:ext cx="10289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S2-DEBY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AD222D-4464-7D7F-125A-AAB5EB002973}"/>
              </a:ext>
            </a:extLst>
          </p:cNvPr>
          <p:cNvSpPr txBox="1"/>
          <p:nvPr/>
        </p:nvSpPr>
        <p:spPr>
          <a:xfrm>
            <a:off x="4809346" y="2529660"/>
            <a:ext cx="7847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S1-LOLA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DB4FAC-FAB6-4507-4AE5-01F0AFB27387}"/>
              </a:ext>
            </a:extLst>
          </p:cNvPr>
          <p:cNvSpPr txBox="1"/>
          <p:nvPr/>
        </p:nvSpPr>
        <p:spPr>
          <a:xfrm>
            <a:off x="5062303" y="1861639"/>
            <a:ext cx="7847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W5-NH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00DC76-1150-9B90-3484-27FD62A2564D}"/>
              </a:ext>
            </a:extLst>
          </p:cNvPr>
          <p:cNvSpPr txBox="1"/>
          <p:nvPr/>
        </p:nvSpPr>
        <p:spPr>
          <a:xfrm>
            <a:off x="5240843" y="1711662"/>
            <a:ext cx="7847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latin typeface="Helvetica" pitchFamily="2" charset="0"/>
              </a:rPr>
              <a:t>W6-ME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856FD9D-17D4-58AB-BC9E-8EF6F1079DB5}"/>
              </a:ext>
            </a:extLst>
          </p:cNvPr>
          <p:cNvSpPr/>
          <p:nvPr/>
        </p:nvSpPr>
        <p:spPr>
          <a:xfrm>
            <a:off x="7029650" y="306217"/>
            <a:ext cx="3485386" cy="4459002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76EC23B-D209-03FB-D712-437498F84547}"/>
              </a:ext>
            </a:extLst>
          </p:cNvPr>
          <p:cNvSpPr txBox="1"/>
          <p:nvPr/>
        </p:nvSpPr>
        <p:spPr>
          <a:xfrm>
            <a:off x="415907" y="5796081"/>
            <a:ext cx="544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C5DE5A8D-3044-F2DA-AF34-E71B6BFE00C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30630"/>
          <a:stretch>
            <a:fillRect/>
          </a:stretch>
        </p:blipFill>
        <p:spPr>
          <a:xfrm>
            <a:off x="9118230" y="10308948"/>
            <a:ext cx="3108960" cy="1018313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7DBF8210-7942-96EF-76E9-4C2768B09857}"/>
              </a:ext>
            </a:extLst>
          </p:cNvPr>
          <p:cNvPicPr>
            <a:picLocks/>
          </p:cNvPicPr>
          <p:nvPr/>
        </p:nvPicPr>
        <p:blipFill>
          <a:blip r:embed="rId7"/>
          <a:srcRect b="32612"/>
          <a:stretch>
            <a:fillRect/>
          </a:stretch>
        </p:blipFill>
        <p:spPr>
          <a:xfrm>
            <a:off x="9117856" y="9412164"/>
            <a:ext cx="3120909" cy="10183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10F4B4-C6A3-9E39-8B9D-D3F4683CEA7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676" t="7474" r="30431" b="42355"/>
          <a:stretch>
            <a:fillRect/>
          </a:stretch>
        </p:blipFill>
        <p:spPr>
          <a:xfrm>
            <a:off x="6829662" y="637762"/>
            <a:ext cx="3685374" cy="3310077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0A2B68B-7B8E-DBCF-4E71-5311C1736C77}"/>
              </a:ext>
            </a:extLst>
          </p:cNvPr>
          <p:cNvSpPr txBox="1"/>
          <p:nvPr/>
        </p:nvSpPr>
        <p:spPr>
          <a:xfrm>
            <a:off x="8869679" y="11919138"/>
            <a:ext cx="290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Common Garden Site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1BB572-1508-D57B-1FE7-05DDFC7EA6F3}"/>
              </a:ext>
            </a:extLst>
          </p:cNvPr>
          <p:cNvSpPr/>
          <p:nvPr/>
        </p:nvSpPr>
        <p:spPr>
          <a:xfrm>
            <a:off x="9203273" y="5932278"/>
            <a:ext cx="2265045" cy="3112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ysClr val="windowText" lastClr="000000"/>
                </a:solidFill>
                <a:latin typeface="Helvetica" pitchFamily="2" charset="0"/>
              </a:rPr>
              <a:t>Common gardens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E59061-04BB-322A-A6B9-C3C8F8013ECF}"/>
              </a:ext>
            </a:extLst>
          </p:cNvPr>
          <p:cNvSpPr txBox="1"/>
          <p:nvPr/>
        </p:nvSpPr>
        <p:spPr>
          <a:xfrm>
            <a:off x="7278291" y="329356"/>
            <a:ext cx="2891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Common Garden Sites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F366FC-C8DB-CFF1-7001-E3650E2689B7}"/>
              </a:ext>
            </a:extLst>
          </p:cNvPr>
          <p:cNvPicPr>
            <a:picLocks/>
          </p:cNvPicPr>
          <p:nvPr/>
        </p:nvPicPr>
        <p:blipFill>
          <a:blip r:embed="rId9"/>
          <a:srcRect l="2733" t="6105" r="1910" b="45253"/>
          <a:stretch>
            <a:fillRect/>
          </a:stretch>
        </p:blipFill>
        <p:spPr>
          <a:xfrm>
            <a:off x="1110856" y="9510317"/>
            <a:ext cx="7909560" cy="8321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4A3905-E9E1-5EF7-A49E-38100BDC89ED}"/>
              </a:ext>
            </a:extLst>
          </p:cNvPr>
          <p:cNvPicPr>
            <a:picLocks/>
          </p:cNvPicPr>
          <p:nvPr/>
        </p:nvPicPr>
        <p:blipFill>
          <a:blip r:embed="rId10"/>
          <a:srcRect b="41047"/>
          <a:stretch>
            <a:fillRect/>
          </a:stretch>
        </p:blipFill>
        <p:spPr>
          <a:xfrm>
            <a:off x="909882" y="10308948"/>
            <a:ext cx="8275320" cy="98077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90A63B7-F1FB-A52C-D31F-8CF77F927978}"/>
              </a:ext>
            </a:extLst>
          </p:cNvPr>
          <p:cNvSpPr/>
          <p:nvPr/>
        </p:nvSpPr>
        <p:spPr>
          <a:xfrm rot="20040000">
            <a:off x="1027386" y="11420856"/>
            <a:ext cx="743519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W1-TX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D9E952-3070-202D-46CD-DAA331AF2518}"/>
              </a:ext>
            </a:extLst>
          </p:cNvPr>
          <p:cNvSpPr/>
          <p:nvPr/>
        </p:nvSpPr>
        <p:spPr>
          <a:xfrm rot="20040000">
            <a:off x="5810850" y="11434338"/>
            <a:ext cx="950371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S2-DEBY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969CBC-D38C-C228-858B-5AC8BD7F86D8}"/>
              </a:ext>
            </a:extLst>
          </p:cNvPr>
          <p:cNvSpPr/>
          <p:nvPr/>
        </p:nvSpPr>
        <p:spPr>
          <a:xfrm rot="20040000">
            <a:off x="6994451" y="11417658"/>
            <a:ext cx="836934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W5-NH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306972-E294-FF89-78B5-0BD6B8899963}"/>
              </a:ext>
            </a:extLst>
          </p:cNvPr>
          <p:cNvSpPr/>
          <p:nvPr/>
        </p:nvSpPr>
        <p:spPr>
          <a:xfrm rot="20040000">
            <a:off x="7972213" y="11420856"/>
            <a:ext cx="820577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W6-ME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FC634C-73A2-3A9D-30D8-288F9EE2D90A}"/>
              </a:ext>
            </a:extLst>
          </p:cNvPr>
          <p:cNvSpPr/>
          <p:nvPr/>
        </p:nvSpPr>
        <p:spPr>
          <a:xfrm rot="20040000">
            <a:off x="4934472" y="11422884"/>
            <a:ext cx="914907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S1-LOLA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B81EBD1-B9C1-445B-CD1A-168312BFEE10}"/>
              </a:ext>
            </a:extLst>
          </p:cNvPr>
          <p:cNvSpPr txBox="1"/>
          <p:nvPr/>
        </p:nvSpPr>
        <p:spPr>
          <a:xfrm>
            <a:off x="3378726" y="11884413"/>
            <a:ext cx="2901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Helvetica" pitchFamily="2" charset="0"/>
              </a:rPr>
              <a:t>Environment of Origin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65AEB5-61F8-5247-7D7D-3CA225B5CA7A}"/>
              </a:ext>
            </a:extLst>
          </p:cNvPr>
          <p:cNvSpPr/>
          <p:nvPr/>
        </p:nvSpPr>
        <p:spPr>
          <a:xfrm rot="20040000">
            <a:off x="2051121" y="11420856"/>
            <a:ext cx="743519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W2-LA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4CB33D-FCA6-12B2-BA33-A6645B57E0D9}"/>
              </a:ext>
            </a:extLst>
          </p:cNvPr>
          <p:cNvSpPr/>
          <p:nvPr/>
        </p:nvSpPr>
        <p:spPr>
          <a:xfrm rot="20040000">
            <a:off x="3056761" y="11420856"/>
            <a:ext cx="743519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W3-FL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132CA3-F088-70F9-14D8-52C14E6D6CA7}"/>
              </a:ext>
            </a:extLst>
          </p:cNvPr>
          <p:cNvSpPr/>
          <p:nvPr/>
        </p:nvSpPr>
        <p:spPr>
          <a:xfrm rot="20047544">
            <a:off x="4107290" y="11420856"/>
            <a:ext cx="743519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W4-VA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587458-E9DC-76A5-942C-76B32323CA6F}"/>
              </a:ext>
            </a:extLst>
          </p:cNvPr>
          <p:cNvSpPr/>
          <p:nvPr/>
        </p:nvSpPr>
        <p:spPr>
          <a:xfrm rot="20040000">
            <a:off x="9190369" y="11442917"/>
            <a:ext cx="820577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LEW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65B1977-AD7D-BF1E-AA7B-0BC1DF16CD50}"/>
              </a:ext>
            </a:extLst>
          </p:cNvPr>
          <p:cNvSpPr/>
          <p:nvPr/>
        </p:nvSpPr>
        <p:spPr>
          <a:xfrm rot="20040000">
            <a:off x="10239322" y="11442918"/>
            <a:ext cx="820577" cy="4051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Helvetica" pitchFamily="2" charset="0"/>
              </a:rPr>
              <a:t>YRK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E025574-FD97-D63E-55A0-DB20A383AB9C}"/>
              </a:ext>
            </a:extLst>
          </p:cNvPr>
          <p:cNvSpPr/>
          <p:nvPr/>
        </p:nvSpPr>
        <p:spPr>
          <a:xfrm>
            <a:off x="1011776" y="5954423"/>
            <a:ext cx="2265045" cy="3112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ysClr val="windowText" lastClr="000000"/>
                </a:solidFill>
                <a:latin typeface="Helvetica" pitchFamily="2" charset="0"/>
              </a:rPr>
              <a:t>Environments-of-origin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AA6AB5-716D-0173-8E72-5D6F0C0F2C48}"/>
              </a:ext>
            </a:extLst>
          </p:cNvPr>
          <p:cNvSpPr/>
          <p:nvPr/>
        </p:nvSpPr>
        <p:spPr>
          <a:xfrm rot="16200000">
            <a:off x="-74880" y="7648511"/>
            <a:ext cx="1418389" cy="3624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ysClr val="windowText" lastClr="000000"/>
                </a:solidFill>
                <a:latin typeface="Helvetica" pitchFamily="2" charset="0"/>
              </a:rPr>
              <a:t>Salinity (ppt)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073732B-3BD6-A1C3-F3C5-FD076DBBFF4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21738" t="76058" r="22333" b="13791"/>
          <a:stretch>
            <a:fillRect/>
          </a:stretch>
        </p:blipFill>
        <p:spPr>
          <a:xfrm>
            <a:off x="7029650" y="3851933"/>
            <a:ext cx="3140122" cy="427452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D34D17-9556-0219-5A5F-750C17EE903B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21738" t="86802" r="22333" b="1086"/>
          <a:stretch>
            <a:fillRect/>
          </a:stretch>
        </p:blipFill>
        <p:spPr>
          <a:xfrm>
            <a:off x="7029650" y="4358008"/>
            <a:ext cx="3140122" cy="51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9175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8475</TotalTime>
  <Words>44</Words>
  <Application>Microsoft Macintosh PowerPoint</Application>
  <PresentationFormat>Custom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Mongillo</dc:creator>
  <cp:lastModifiedBy>Nicole Mongillo</cp:lastModifiedBy>
  <cp:revision>19</cp:revision>
  <dcterms:created xsi:type="dcterms:W3CDTF">2025-05-23T14:13:31Z</dcterms:created>
  <dcterms:modified xsi:type="dcterms:W3CDTF">2025-11-09T19:43:50Z</dcterms:modified>
</cp:coreProperties>
</file>