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21920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9E89"/>
    <a:srgbClr val="6FCE58"/>
    <a:srgbClr val="24828E"/>
    <a:srgbClr val="209D89"/>
    <a:srgbClr val="33B879"/>
    <a:srgbClr val="482778"/>
    <a:srgbClr val="450356"/>
    <a:srgbClr val="31688E"/>
    <a:srgbClr val="3E4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75"/>
    <p:restoredTop sz="94712"/>
  </p:normalViewPr>
  <p:slideViewPr>
    <p:cSldViewPr snapToGrid="0">
      <p:cViewPr>
        <p:scale>
          <a:sx n="52" d="100"/>
          <a:sy n="52" d="100"/>
        </p:scale>
        <p:origin x="210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B259B-1F42-0448-AF93-D62C71E9FE53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359F1-B393-5840-B589-7EE9AFACD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89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359F1-B393-5840-B589-7EE9AFACD3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87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4792"/>
            <a:ext cx="10363200" cy="42435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1956"/>
            <a:ext cx="9144000" cy="294281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5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8745"/>
            <a:ext cx="10515600" cy="507021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6923"/>
            <a:ext cx="10515600" cy="266630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4711"/>
            <a:ext cx="518160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59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8945"/>
            <a:ext cx="10515600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7956"/>
            <a:ext cx="5157787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2307"/>
            <a:ext cx="5157787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7956"/>
            <a:ext cx="5183188" cy="146435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2307"/>
            <a:ext cx="5183188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6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3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4968"/>
            <a:ext cx="6172200" cy="866196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9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588"/>
            <a:ext cx="3932237" cy="284405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4968"/>
            <a:ext cx="6172200" cy="866196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6647"/>
            <a:ext cx="3932237" cy="677439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3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0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8942"/>
            <a:ext cx="2628900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8942"/>
            <a:ext cx="7734300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5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8945"/>
            <a:ext cx="10515600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4711"/>
            <a:ext cx="10515600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175AA-D19A-D346-8060-CE01ADC05081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297238"/>
            <a:ext cx="41148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297238"/>
            <a:ext cx="274320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82993-E1B0-DE45-B60A-7C30F3A76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3AEACD3C-722B-DE8C-C8FB-F0F79284D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46"/>
          <a:stretch>
            <a:fillRect/>
          </a:stretch>
        </p:blipFill>
        <p:spPr>
          <a:xfrm>
            <a:off x="9151940" y="6270239"/>
            <a:ext cx="2284676" cy="332097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E0C280-6590-5614-D728-CFABF80A0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86" y="6029579"/>
            <a:ext cx="8458200" cy="356134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399DF79-7DC7-87A1-EFFD-D265283446F9}"/>
              </a:ext>
            </a:extLst>
          </p:cNvPr>
          <p:cNvSpPr txBox="1"/>
          <p:nvPr/>
        </p:nvSpPr>
        <p:spPr>
          <a:xfrm>
            <a:off x="0" y="9668651"/>
            <a:ext cx="1191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0.1 Temp Quantile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ED9D42-47CB-7F05-BD88-8FB43181132E}"/>
              </a:ext>
            </a:extLst>
          </p:cNvPr>
          <p:cNvSpPr txBox="1"/>
          <p:nvPr/>
        </p:nvSpPr>
        <p:spPr>
          <a:xfrm>
            <a:off x="0" y="10500869"/>
            <a:ext cx="10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0.9 Temp Quantile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79EB6BB-E5D4-703F-56A3-1A9288277A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71" r="6809"/>
          <a:stretch>
            <a:fillRect/>
          </a:stretch>
        </p:blipFill>
        <p:spPr>
          <a:xfrm>
            <a:off x="-90178" y="175258"/>
            <a:ext cx="7052155" cy="579862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43EBE781-71E7-84DE-CBC3-7B57F9102E8A}"/>
              </a:ext>
            </a:extLst>
          </p:cNvPr>
          <p:cNvSpPr/>
          <p:nvPr/>
        </p:nvSpPr>
        <p:spPr>
          <a:xfrm>
            <a:off x="960443" y="11537168"/>
            <a:ext cx="484505" cy="3819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207295A-EF86-5D39-EBD8-FD37A1A39C97}"/>
              </a:ext>
            </a:extLst>
          </p:cNvPr>
          <p:cNvSpPr txBox="1"/>
          <p:nvPr/>
        </p:nvSpPr>
        <p:spPr>
          <a:xfrm>
            <a:off x="8802631" y="5831889"/>
            <a:ext cx="54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1773DD0-86EB-86B8-46A4-FC87970F81F1}"/>
              </a:ext>
            </a:extLst>
          </p:cNvPr>
          <p:cNvSpPr/>
          <p:nvPr/>
        </p:nvSpPr>
        <p:spPr>
          <a:xfrm>
            <a:off x="4095094" y="2529661"/>
            <a:ext cx="396053" cy="492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188BBE3-F693-99C7-6188-93F750AE68C4}"/>
              </a:ext>
            </a:extLst>
          </p:cNvPr>
          <p:cNvCxnSpPr>
            <a:cxnSpLocks/>
          </p:cNvCxnSpPr>
          <p:nvPr/>
        </p:nvCxnSpPr>
        <p:spPr>
          <a:xfrm flipH="1" flipV="1">
            <a:off x="4491147" y="3010953"/>
            <a:ext cx="2538502" cy="242393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F1FBF32-99D4-C71F-125C-10A82ED4EC8D}"/>
              </a:ext>
            </a:extLst>
          </p:cNvPr>
          <p:cNvCxnSpPr>
            <a:cxnSpLocks/>
          </p:cNvCxnSpPr>
          <p:nvPr/>
        </p:nvCxnSpPr>
        <p:spPr>
          <a:xfrm flipH="1">
            <a:off x="4480178" y="306217"/>
            <a:ext cx="2549471" cy="222765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34B415-9FC4-12FF-E8D2-CE0A8B572322}"/>
              </a:ext>
            </a:extLst>
          </p:cNvPr>
          <p:cNvSpPr txBox="1"/>
          <p:nvPr/>
        </p:nvSpPr>
        <p:spPr>
          <a:xfrm>
            <a:off x="182880" y="58420"/>
            <a:ext cx="54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B3EF4-C20C-5FCC-D697-A749DF29A333}"/>
              </a:ext>
            </a:extLst>
          </p:cNvPr>
          <p:cNvSpPr txBox="1"/>
          <p:nvPr/>
        </p:nvSpPr>
        <p:spPr>
          <a:xfrm>
            <a:off x="4625704" y="3108648"/>
            <a:ext cx="1196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W4-VA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4DCB51-5539-DE99-9EFF-D019B137FC8F}"/>
              </a:ext>
            </a:extLst>
          </p:cNvPr>
          <p:cNvSpPr txBox="1"/>
          <p:nvPr/>
        </p:nvSpPr>
        <p:spPr>
          <a:xfrm>
            <a:off x="1202695" y="4536927"/>
            <a:ext cx="1028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W1-TX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EE85E1-C93A-0F2E-AC4D-377EACE07D04}"/>
              </a:ext>
            </a:extLst>
          </p:cNvPr>
          <p:cNvSpPr txBox="1"/>
          <p:nvPr/>
        </p:nvSpPr>
        <p:spPr>
          <a:xfrm>
            <a:off x="2144298" y="4420359"/>
            <a:ext cx="1079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W2-LA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FCF988-E13B-A597-C456-47738ECA0E1E}"/>
              </a:ext>
            </a:extLst>
          </p:cNvPr>
          <p:cNvSpPr txBox="1"/>
          <p:nvPr/>
        </p:nvSpPr>
        <p:spPr>
          <a:xfrm>
            <a:off x="3466765" y="4000701"/>
            <a:ext cx="1256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W3-FL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3E4825-C427-C1D8-C598-08D603F73A1D}"/>
              </a:ext>
            </a:extLst>
          </p:cNvPr>
          <p:cNvSpPr txBox="1"/>
          <p:nvPr/>
        </p:nvSpPr>
        <p:spPr>
          <a:xfrm>
            <a:off x="4289993" y="2790448"/>
            <a:ext cx="1569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S2-DEBY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D222D-4464-7D7F-125A-AAB5EB002973}"/>
              </a:ext>
            </a:extLst>
          </p:cNvPr>
          <p:cNvSpPr txBox="1"/>
          <p:nvPr/>
        </p:nvSpPr>
        <p:spPr>
          <a:xfrm>
            <a:off x="4780007" y="2492660"/>
            <a:ext cx="1196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S1-LOLA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DB4FAC-FAB6-4507-4AE5-01F0AFB27387}"/>
              </a:ext>
            </a:extLst>
          </p:cNvPr>
          <p:cNvSpPr txBox="1"/>
          <p:nvPr/>
        </p:nvSpPr>
        <p:spPr>
          <a:xfrm>
            <a:off x="4958131" y="1892157"/>
            <a:ext cx="1196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W5-NH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00DC76-1150-9B90-3484-27FD62A2564D}"/>
              </a:ext>
            </a:extLst>
          </p:cNvPr>
          <p:cNvSpPr txBox="1"/>
          <p:nvPr/>
        </p:nvSpPr>
        <p:spPr>
          <a:xfrm>
            <a:off x="5164568" y="1711661"/>
            <a:ext cx="1196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W6-ME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856FD9D-17D4-58AB-BC9E-8EF6F1079DB5}"/>
              </a:ext>
            </a:extLst>
          </p:cNvPr>
          <p:cNvSpPr/>
          <p:nvPr/>
        </p:nvSpPr>
        <p:spPr>
          <a:xfrm>
            <a:off x="7029649" y="306217"/>
            <a:ext cx="4741287" cy="512867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76EC23B-D209-03FB-D712-437498F84547}"/>
              </a:ext>
            </a:extLst>
          </p:cNvPr>
          <p:cNvSpPr txBox="1"/>
          <p:nvPr/>
        </p:nvSpPr>
        <p:spPr>
          <a:xfrm>
            <a:off x="415907" y="5796081"/>
            <a:ext cx="54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5DE5A8D-3044-F2DA-AF34-E71B6BFE00C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630"/>
          <a:stretch>
            <a:fillRect/>
          </a:stretch>
        </p:blipFill>
        <p:spPr>
          <a:xfrm>
            <a:off x="9118230" y="10308948"/>
            <a:ext cx="3108960" cy="101831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7DBF8210-7942-96EF-76E9-4C2768B09857}"/>
              </a:ext>
            </a:extLst>
          </p:cNvPr>
          <p:cNvPicPr>
            <a:picLocks/>
          </p:cNvPicPr>
          <p:nvPr/>
        </p:nvPicPr>
        <p:blipFill>
          <a:blip r:embed="rId7"/>
          <a:srcRect b="32612"/>
          <a:stretch>
            <a:fillRect/>
          </a:stretch>
        </p:blipFill>
        <p:spPr>
          <a:xfrm>
            <a:off x="9117856" y="9412164"/>
            <a:ext cx="3120909" cy="10183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10F4B4-C6A3-9E39-8B9D-D3F4683CEA7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676" t="7474" r="30431" b="42355"/>
          <a:stretch>
            <a:fillRect/>
          </a:stretch>
        </p:blipFill>
        <p:spPr>
          <a:xfrm>
            <a:off x="6829662" y="637762"/>
            <a:ext cx="3685374" cy="331007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0A2B68B-7B8E-DBCF-4E71-5311C1736C77}"/>
              </a:ext>
            </a:extLst>
          </p:cNvPr>
          <p:cNvSpPr txBox="1"/>
          <p:nvPr/>
        </p:nvSpPr>
        <p:spPr>
          <a:xfrm>
            <a:off x="8869679" y="11894424"/>
            <a:ext cx="2901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Common Garden Site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1BB572-1508-D57B-1FE7-05DDFC7EA6F3}"/>
              </a:ext>
            </a:extLst>
          </p:cNvPr>
          <p:cNvSpPr/>
          <p:nvPr/>
        </p:nvSpPr>
        <p:spPr>
          <a:xfrm>
            <a:off x="9203273" y="5932278"/>
            <a:ext cx="2265045" cy="3112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" pitchFamily="2" charset="0"/>
              </a:rPr>
              <a:t>Common gardens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59061-04BB-322A-A6B9-C3C8F8013ECF}"/>
              </a:ext>
            </a:extLst>
          </p:cNvPr>
          <p:cNvSpPr txBox="1"/>
          <p:nvPr/>
        </p:nvSpPr>
        <p:spPr>
          <a:xfrm>
            <a:off x="7278291" y="329356"/>
            <a:ext cx="2891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Common Garden Sites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F366FC-C8DB-CFF1-7001-E3650E2689B7}"/>
              </a:ext>
            </a:extLst>
          </p:cNvPr>
          <p:cNvPicPr>
            <a:picLocks/>
          </p:cNvPicPr>
          <p:nvPr/>
        </p:nvPicPr>
        <p:blipFill>
          <a:blip r:embed="rId9"/>
          <a:srcRect l="2733" t="6105" r="1910" b="45253"/>
          <a:stretch>
            <a:fillRect/>
          </a:stretch>
        </p:blipFill>
        <p:spPr>
          <a:xfrm>
            <a:off x="1110856" y="9510317"/>
            <a:ext cx="7909560" cy="8321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4A3905-E9E1-5EF7-A49E-38100BDC89ED}"/>
              </a:ext>
            </a:extLst>
          </p:cNvPr>
          <p:cNvPicPr>
            <a:picLocks/>
          </p:cNvPicPr>
          <p:nvPr/>
        </p:nvPicPr>
        <p:blipFill>
          <a:blip r:embed="rId10"/>
          <a:srcRect b="41047"/>
          <a:stretch>
            <a:fillRect/>
          </a:stretch>
        </p:blipFill>
        <p:spPr>
          <a:xfrm>
            <a:off x="909882" y="10308948"/>
            <a:ext cx="8275320" cy="98077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90A63B7-F1FB-A52C-D31F-8CF77F927978}"/>
              </a:ext>
            </a:extLst>
          </p:cNvPr>
          <p:cNvSpPr/>
          <p:nvPr/>
        </p:nvSpPr>
        <p:spPr>
          <a:xfrm rot="20040000">
            <a:off x="1027386" y="11420856"/>
            <a:ext cx="743519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W1-TX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D9E952-3070-202D-46CD-DAA331AF2518}"/>
              </a:ext>
            </a:extLst>
          </p:cNvPr>
          <p:cNvSpPr/>
          <p:nvPr/>
        </p:nvSpPr>
        <p:spPr>
          <a:xfrm rot="20040000">
            <a:off x="5810850" y="11434338"/>
            <a:ext cx="950371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S2-DEBY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69CBC-D38C-C228-858B-5AC8BD7F86D8}"/>
              </a:ext>
            </a:extLst>
          </p:cNvPr>
          <p:cNvSpPr/>
          <p:nvPr/>
        </p:nvSpPr>
        <p:spPr>
          <a:xfrm rot="20040000">
            <a:off x="6994451" y="11417658"/>
            <a:ext cx="836934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W5-NH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306972-E294-FF89-78B5-0BD6B8899963}"/>
              </a:ext>
            </a:extLst>
          </p:cNvPr>
          <p:cNvSpPr/>
          <p:nvPr/>
        </p:nvSpPr>
        <p:spPr>
          <a:xfrm rot="20040000">
            <a:off x="7972213" y="11420856"/>
            <a:ext cx="820577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W6-ME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FC634C-73A2-3A9D-30D8-288F9EE2D90A}"/>
              </a:ext>
            </a:extLst>
          </p:cNvPr>
          <p:cNvSpPr/>
          <p:nvPr/>
        </p:nvSpPr>
        <p:spPr>
          <a:xfrm rot="20040000">
            <a:off x="4934472" y="11422884"/>
            <a:ext cx="914907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S1-LOLA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81EBD1-B9C1-445B-CD1A-168312BFEE10}"/>
              </a:ext>
            </a:extLst>
          </p:cNvPr>
          <p:cNvSpPr txBox="1"/>
          <p:nvPr/>
        </p:nvSpPr>
        <p:spPr>
          <a:xfrm>
            <a:off x="3378726" y="11884413"/>
            <a:ext cx="2901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Environment of Origin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65AEB5-61F8-5247-7D7D-3CA225B5CA7A}"/>
              </a:ext>
            </a:extLst>
          </p:cNvPr>
          <p:cNvSpPr/>
          <p:nvPr/>
        </p:nvSpPr>
        <p:spPr>
          <a:xfrm rot="20040000">
            <a:off x="2051121" y="11420856"/>
            <a:ext cx="743519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W2-LA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4CB33D-FCA6-12B2-BA33-A6645B57E0D9}"/>
              </a:ext>
            </a:extLst>
          </p:cNvPr>
          <p:cNvSpPr/>
          <p:nvPr/>
        </p:nvSpPr>
        <p:spPr>
          <a:xfrm rot="20040000">
            <a:off x="3056761" y="11420856"/>
            <a:ext cx="743519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W3-FL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132CA3-F088-70F9-14D8-52C14E6D6CA7}"/>
              </a:ext>
            </a:extLst>
          </p:cNvPr>
          <p:cNvSpPr/>
          <p:nvPr/>
        </p:nvSpPr>
        <p:spPr>
          <a:xfrm rot="20047544">
            <a:off x="4107290" y="11420856"/>
            <a:ext cx="743519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W4-VA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587458-E9DC-76A5-942C-76B32323CA6F}"/>
              </a:ext>
            </a:extLst>
          </p:cNvPr>
          <p:cNvSpPr/>
          <p:nvPr/>
        </p:nvSpPr>
        <p:spPr>
          <a:xfrm rot="20040000">
            <a:off x="9190369" y="11442917"/>
            <a:ext cx="820577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LEW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5B1977-AD7D-BF1E-AA7B-0BC1DF16CD50}"/>
              </a:ext>
            </a:extLst>
          </p:cNvPr>
          <p:cNvSpPr/>
          <p:nvPr/>
        </p:nvSpPr>
        <p:spPr>
          <a:xfrm rot="20040000">
            <a:off x="10239322" y="11442918"/>
            <a:ext cx="820577" cy="405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Helvetica" pitchFamily="2" charset="0"/>
              </a:rPr>
              <a:t>YRK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025574-FD97-D63E-55A0-DB20A383AB9C}"/>
              </a:ext>
            </a:extLst>
          </p:cNvPr>
          <p:cNvSpPr/>
          <p:nvPr/>
        </p:nvSpPr>
        <p:spPr>
          <a:xfrm>
            <a:off x="1011776" y="5954423"/>
            <a:ext cx="2265045" cy="3112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" pitchFamily="2" charset="0"/>
              </a:rPr>
              <a:t>Environments-of-origin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AA6AB5-716D-0173-8E72-5D6F0C0F2C48}"/>
              </a:ext>
            </a:extLst>
          </p:cNvPr>
          <p:cNvSpPr/>
          <p:nvPr/>
        </p:nvSpPr>
        <p:spPr>
          <a:xfrm rot="16200000">
            <a:off x="-74880" y="7648511"/>
            <a:ext cx="1418389" cy="3624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ysClr val="windowText" lastClr="000000"/>
                </a:solidFill>
                <a:latin typeface="Helvetica" pitchFamily="2" charset="0"/>
              </a:rPr>
              <a:t>Salinity (ppt)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073732B-3BD6-A1C3-F3C5-FD076DBBFF4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1738" t="76058" r="22333" b="13791"/>
          <a:stretch>
            <a:fillRect/>
          </a:stretch>
        </p:blipFill>
        <p:spPr>
          <a:xfrm>
            <a:off x="7020505" y="3909631"/>
            <a:ext cx="4416112" cy="60114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DD34D17-9556-0219-5A5F-750C17EE903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1738" t="86802" r="22333" b="1086"/>
          <a:stretch>
            <a:fillRect/>
          </a:stretch>
        </p:blipFill>
        <p:spPr>
          <a:xfrm>
            <a:off x="7011011" y="4724490"/>
            <a:ext cx="4457308" cy="7239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A93D966-5C9A-AA9B-597D-AB31F45F2CC3}"/>
              </a:ext>
            </a:extLst>
          </p:cNvPr>
          <p:cNvSpPr/>
          <p:nvPr/>
        </p:nvSpPr>
        <p:spPr>
          <a:xfrm>
            <a:off x="2552074" y="1892157"/>
            <a:ext cx="782947" cy="3112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582F2-0C6A-6BE9-190A-9DE6A4FD7AB5}"/>
              </a:ext>
            </a:extLst>
          </p:cNvPr>
          <p:cNvSpPr/>
          <p:nvPr/>
        </p:nvSpPr>
        <p:spPr>
          <a:xfrm>
            <a:off x="2802218" y="2222754"/>
            <a:ext cx="782947" cy="3112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1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8482</TotalTime>
  <Words>44</Words>
  <Application>Microsoft Macintosh PowerPoint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Mongillo</dc:creator>
  <cp:lastModifiedBy>Mongillo, Nicole Julia</cp:lastModifiedBy>
  <cp:revision>22</cp:revision>
  <dcterms:created xsi:type="dcterms:W3CDTF">2025-05-23T14:13:31Z</dcterms:created>
  <dcterms:modified xsi:type="dcterms:W3CDTF">2025-11-17T22:53:32Z</dcterms:modified>
</cp:coreProperties>
</file>