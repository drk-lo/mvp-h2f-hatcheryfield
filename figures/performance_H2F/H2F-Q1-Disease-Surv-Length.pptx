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3"/>
  </p:notesMasterIdLst>
  <p:sldIdLst>
    <p:sldId id="256" r:id="rId2"/>
  </p:sldIdLst>
  <p:sldSz cx="5486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81"/>
    <p:restoredTop sz="94657"/>
  </p:normalViewPr>
  <p:slideViewPr>
    <p:cSldViewPr snapToGrid="0">
      <p:cViewPr>
        <p:scale>
          <a:sx n="90" d="100"/>
          <a:sy n="90" d="100"/>
        </p:scale>
        <p:origin x="1936" y="-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B446E7-68B8-DF4F-8F22-441FE35205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0300" y="1143000"/>
            <a:ext cx="2057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983380-07F9-BD44-90D1-D65EB1D2BC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70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00300" y="1143000"/>
            <a:ext cx="2057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83380-07F9-BD44-90D1-D65EB1D2BCE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8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1480" y="1346836"/>
            <a:ext cx="4663440" cy="2865120"/>
          </a:xfrm>
        </p:spPr>
        <p:txBody>
          <a:bodyPr anchor="b"/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322446"/>
            <a:ext cx="4114800" cy="1986914"/>
          </a:xfrm>
        </p:spPr>
        <p:txBody>
          <a:bodyPr/>
          <a:lstStyle>
            <a:lvl1pPr marL="0" indent="0" algn="ctr">
              <a:buNone/>
              <a:defRPr sz="1440"/>
            </a:lvl1pPr>
            <a:lvl2pPr marL="274320" indent="0" algn="ctr">
              <a:buNone/>
              <a:defRPr sz="1200"/>
            </a:lvl2pPr>
            <a:lvl3pPr marL="548640" indent="0" algn="ctr">
              <a:buNone/>
              <a:defRPr sz="1080"/>
            </a:lvl3pPr>
            <a:lvl4pPr marL="822960" indent="0" algn="ctr">
              <a:buNone/>
              <a:defRPr sz="960"/>
            </a:lvl4pPr>
            <a:lvl5pPr marL="1097280" indent="0" algn="ctr">
              <a:buNone/>
              <a:defRPr sz="960"/>
            </a:lvl5pPr>
            <a:lvl6pPr marL="1371600" indent="0" algn="ctr">
              <a:buNone/>
              <a:defRPr sz="960"/>
            </a:lvl6pPr>
            <a:lvl7pPr marL="1645920" indent="0" algn="ctr">
              <a:buNone/>
              <a:defRPr sz="960"/>
            </a:lvl7pPr>
            <a:lvl8pPr marL="1920240" indent="0" algn="ctr">
              <a:buNone/>
              <a:defRPr sz="960"/>
            </a:lvl8pPr>
            <a:lvl9pPr marL="2194560" indent="0" algn="ctr">
              <a:buNone/>
              <a:defRPr sz="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614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66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333" y="2051688"/>
            <a:ext cx="4732020" cy="3423284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4333" y="5507358"/>
            <a:ext cx="4732020" cy="1800224"/>
          </a:xfrm>
        </p:spPr>
        <p:txBody>
          <a:bodyPr/>
          <a:lstStyle>
            <a:lvl1pPr marL="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1pPr>
            <a:lvl2pPr marL="27432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2pPr>
            <a:lvl3pPr marL="54864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3pPr>
            <a:lvl4pPr marL="8229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4pPr>
            <a:lvl5pPr marL="109728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5pPr>
            <a:lvl6pPr marL="137160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6pPr>
            <a:lvl7pPr marL="164592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7pPr>
            <a:lvl8pPr marL="192024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8pPr>
            <a:lvl9pPr marL="21945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447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7190" y="2190750"/>
            <a:ext cx="23317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77490" y="2190750"/>
            <a:ext cx="23317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71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438152"/>
            <a:ext cx="47320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905" y="2017396"/>
            <a:ext cx="2321004" cy="988694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7905" y="3006090"/>
            <a:ext cx="232100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77490" y="2017396"/>
            <a:ext cx="2332435" cy="988694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77490" y="3006090"/>
            <a:ext cx="2332435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03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91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41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548640"/>
            <a:ext cx="1769507" cy="192024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32435" y="1184912"/>
            <a:ext cx="2777490" cy="5848350"/>
          </a:xfrm>
        </p:spPr>
        <p:txBody>
          <a:bodyPr/>
          <a:lstStyle>
            <a:lvl1pPr>
              <a:defRPr sz="1920"/>
            </a:lvl1pPr>
            <a:lvl2pPr>
              <a:defRPr sz="1680"/>
            </a:lvl2pPr>
            <a:lvl3pPr>
              <a:defRPr sz="144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2468880"/>
            <a:ext cx="1769507" cy="4573906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51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548640"/>
            <a:ext cx="1769507" cy="192024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32435" y="1184912"/>
            <a:ext cx="2777490" cy="5848350"/>
          </a:xfrm>
        </p:spPr>
        <p:txBody>
          <a:bodyPr anchor="t"/>
          <a:lstStyle>
            <a:lvl1pPr marL="0" indent="0">
              <a:buNone/>
              <a:defRPr sz="1920"/>
            </a:lvl1pPr>
            <a:lvl2pPr marL="274320" indent="0">
              <a:buNone/>
              <a:defRPr sz="1680"/>
            </a:lvl2pPr>
            <a:lvl3pPr marL="548640" indent="0">
              <a:buNone/>
              <a:defRPr sz="1440"/>
            </a:lvl3pPr>
            <a:lvl4pPr marL="822960" indent="0">
              <a:buNone/>
              <a:defRPr sz="1200"/>
            </a:lvl4pPr>
            <a:lvl5pPr marL="1097280" indent="0">
              <a:buNone/>
              <a:defRPr sz="1200"/>
            </a:lvl5pPr>
            <a:lvl6pPr marL="1371600" indent="0">
              <a:buNone/>
              <a:defRPr sz="1200"/>
            </a:lvl6pPr>
            <a:lvl7pPr marL="1645920" indent="0">
              <a:buNone/>
              <a:defRPr sz="1200"/>
            </a:lvl7pPr>
            <a:lvl8pPr marL="1920240" indent="0">
              <a:buNone/>
              <a:defRPr sz="1200"/>
            </a:lvl8pPr>
            <a:lvl9pPr marL="219456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2468880"/>
            <a:ext cx="1769507" cy="4573906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56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058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926205" y="438150"/>
            <a:ext cx="1183005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7190" y="438150"/>
            <a:ext cx="3480435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225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7190" y="438152"/>
            <a:ext cx="47320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190" y="2190750"/>
            <a:ext cx="47320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7190" y="7627622"/>
            <a:ext cx="12344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D219D7-A98E-4C43-80ED-F55C071423D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17370" y="7627622"/>
            <a:ext cx="18516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74770" y="7627622"/>
            <a:ext cx="12344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109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548640" rtl="0" eaLnBrk="1" latinLnBrk="0" hangingPunct="1">
        <a:lnSpc>
          <a:spcPct val="90000"/>
        </a:lnSpc>
        <a:spcBef>
          <a:spcPct val="0"/>
        </a:spcBef>
        <a:buNone/>
        <a:defRPr sz="2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54864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2FD6417-2CF9-24C3-9CFF-84F54C7248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333" r="21303" b="7317"/>
          <a:stretch>
            <a:fillRect/>
          </a:stretch>
        </p:blipFill>
        <p:spPr>
          <a:xfrm>
            <a:off x="446896" y="4946874"/>
            <a:ext cx="4480560" cy="301182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8C9D5EA-99F6-BDD0-655C-4F103763D2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591" r="18361" b="27634"/>
          <a:stretch>
            <a:fillRect/>
          </a:stretch>
        </p:blipFill>
        <p:spPr>
          <a:xfrm>
            <a:off x="486898" y="2809020"/>
            <a:ext cx="4479048" cy="21497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DB9020-9036-6DE8-72AE-E44100411C98}"/>
              </a:ext>
            </a:extLst>
          </p:cNvPr>
          <p:cNvSpPr txBox="1"/>
          <p:nvPr/>
        </p:nvSpPr>
        <p:spPr>
          <a:xfrm>
            <a:off x="3" y="2760982"/>
            <a:ext cx="396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0DEAA2-1509-39D7-0720-484F48EB0DFA}"/>
              </a:ext>
            </a:extLst>
          </p:cNvPr>
          <p:cNvSpPr txBox="1"/>
          <p:nvPr/>
        </p:nvSpPr>
        <p:spPr>
          <a:xfrm>
            <a:off x="2006913" y="7696424"/>
            <a:ext cx="14725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Parental Treatment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9EAA426-F0E6-187D-D69E-E50BA8EA40D8}"/>
              </a:ext>
            </a:extLst>
          </p:cNvPr>
          <p:cNvSpPr/>
          <p:nvPr/>
        </p:nvSpPr>
        <p:spPr>
          <a:xfrm>
            <a:off x="552454" y="2774003"/>
            <a:ext cx="265449" cy="2288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A58DC2D-4383-7308-9478-53E5352BA698}"/>
              </a:ext>
            </a:extLst>
          </p:cNvPr>
          <p:cNvSpPr/>
          <p:nvPr/>
        </p:nvSpPr>
        <p:spPr>
          <a:xfrm>
            <a:off x="686949" y="4961509"/>
            <a:ext cx="312665" cy="542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128A4F-C4DC-5057-3E27-171EA930B75E}"/>
              </a:ext>
            </a:extLst>
          </p:cNvPr>
          <p:cNvSpPr txBox="1"/>
          <p:nvPr/>
        </p:nvSpPr>
        <p:spPr>
          <a:xfrm>
            <a:off x="1115179" y="7996900"/>
            <a:ext cx="962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Southern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8B1406-8C54-2C82-DBA2-A3CB78525591}"/>
              </a:ext>
            </a:extLst>
          </p:cNvPr>
          <p:cNvSpPr txBox="1"/>
          <p:nvPr/>
        </p:nvSpPr>
        <p:spPr>
          <a:xfrm>
            <a:off x="2274653" y="7999439"/>
            <a:ext cx="6093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Local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949A8D-ECFD-B7A6-3900-1B821967E488}"/>
              </a:ext>
            </a:extLst>
          </p:cNvPr>
          <p:cNvSpPr txBox="1"/>
          <p:nvPr/>
        </p:nvSpPr>
        <p:spPr>
          <a:xfrm>
            <a:off x="3008576" y="8003894"/>
            <a:ext cx="6969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Northern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26581F-5E16-33C7-B867-B0F1BDBBC7DF}"/>
              </a:ext>
            </a:extLst>
          </p:cNvPr>
          <p:cNvSpPr txBox="1"/>
          <p:nvPr/>
        </p:nvSpPr>
        <p:spPr>
          <a:xfrm>
            <a:off x="3786634" y="7996900"/>
            <a:ext cx="962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Polyculture</a:t>
            </a:r>
          </a:p>
        </p:txBody>
      </p:sp>
      <p:sp>
        <p:nvSpPr>
          <p:cNvPr id="10" name="Right Bracket 9">
            <a:extLst>
              <a:ext uri="{FF2B5EF4-FFF2-40B4-BE49-F238E27FC236}">
                <a16:creationId xmlns:a16="http://schemas.microsoft.com/office/drawing/2014/main" id="{C2AEDF36-2146-A77A-D829-A35666C45AAE}"/>
              </a:ext>
            </a:extLst>
          </p:cNvPr>
          <p:cNvSpPr/>
          <p:nvPr/>
        </p:nvSpPr>
        <p:spPr>
          <a:xfrm rot="5400000">
            <a:off x="4232968" y="7391641"/>
            <a:ext cx="64008" cy="1209254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F76D7659-233F-DEB7-7D2D-DAD1D583B245}"/>
              </a:ext>
            </a:extLst>
          </p:cNvPr>
          <p:cNvSpPr/>
          <p:nvPr/>
        </p:nvSpPr>
        <p:spPr>
          <a:xfrm rot="5400000">
            <a:off x="3325515" y="7715342"/>
            <a:ext cx="63304" cy="563110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ight Bracket 14">
            <a:extLst>
              <a:ext uri="{FF2B5EF4-FFF2-40B4-BE49-F238E27FC236}">
                <a16:creationId xmlns:a16="http://schemas.microsoft.com/office/drawing/2014/main" id="{C2861F7B-0A6E-DCC6-4168-6935EB08C6CC}"/>
              </a:ext>
            </a:extLst>
          </p:cNvPr>
          <p:cNvSpPr/>
          <p:nvPr/>
        </p:nvSpPr>
        <p:spPr>
          <a:xfrm rot="5400000">
            <a:off x="1460614" y="7463639"/>
            <a:ext cx="57172" cy="1060389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981E1424-FA01-B756-BE10-FBE227DA6C2C}"/>
              </a:ext>
            </a:extLst>
          </p:cNvPr>
          <p:cNvSpPr/>
          <p:nvPr/>
        </p:nvSpPr>
        <p:spPr>
          <a:xfrm rot="5400000">
            <a:off x="2517374" y="7488889"/>
            <a:ext cx="60257" cy="1012971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ED2A46-BA4C-E772-E0D3-9E981741AFC0}"/>
              </a:ext>
            </a:extLst>
          </p:cNvPr>
          <p:cNvSpPr txBox="1"/>
          <p:nvPr/>
        </p:nvSpPr>
        <p:spPr>
          <a:xfrm>
            <a:off x="53589" y="128992"/>
            <a:ext cx="396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3287E11-FFD4-661B-5937-F03352B4D0FD}"/>
              </a:ext>
            </a:extLst>
          </p:cNvPr>
          <p:cNvSpPr txBox="1"/>
          <p:nvPr/>
        </p:nvSpPr>
        <p:spPr>
          <a:xfrm>
            <a:off x="3" y="4802827"/>
            <a:ext cx="396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F75816-2DA9-ECF4-61A3-5CB23407010B}"/>
              </a:ext>
            </a:extLst>
          </p:cNvPr>
          <p:cNvSpPr txBox="1"/>
          <p:nvPr/>
        </p:nvSpPr>
        <p:spPr>
          <a:xfrm>
            <a:off x="280574" y="5110604"/>
            <a:ext cx="985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Helvetica" pitchFamily="2" charset="0"/>
              </a:rPr>
              <a:t>Pairwise comparisons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8AD5A19-25D7-4606-BCC2-EB4395C675B2}"/>
              </a:ext>
            </a:extLst>
          </p:cNvPr>
          <p:cNvSpPr/>
          <p:nvPr/>
        </p:nvSpPr>
        <p:spPr>
          <a:xfrm>
            <a:off x="724018" y="2803968"/>
            <a:ext cx="312665" cy="6238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3BE82D-CD34-86C7-4A99-A2381796A6A2}"/>
              </a:ext>
            </a:extLst>
          </p:cNvPr>
          <p:cNvSpPr txBox="1"/>
          <p:nvPr/>
        </p:nvSpPr>
        <p:spPr>
          <a:xfrm>
            <a:off x="280574" y="3063475"/>
            <a:ext cx="985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Helvetica" pitchFamily="2" charset="0"/>
              </a:rPr>
              <a:t>Pairwise comparisons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4221BE-C3EB-F9B7-B330-CBB88AA2B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354" y="193048"/>
            <a:ext cx="45720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777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2019</TotalTime>
  <Words>14</Words>
  <Application>Microsoft Macintosh PowerPoint</Application>
  <PresentationFormat>Custom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Mongillo</dc:creator>
  <cp:lastModifiedBy>Nicole Mongillo</cp:lastModifiedBy>
  <cp:revision>14</cp:revision>
  <dcterms:created xsi:type="dcterms:W3CDTF">2025-06-10T14:26:23Z</dcterms:created>
  <dcterms:modified xsi:type="dcterms:W3CDTF">2025-11-09T16:04:48Z</dcterms:modified>
</cp:coreProperties>
</file>