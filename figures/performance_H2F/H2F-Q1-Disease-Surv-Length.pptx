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5486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87"/>
    <p:restoredTop sz="94657"/>
  </p:normalViewPr>
  <p:slideViewPr>
    <p:cSldViewPr snapToGrid="0">
      <p:cViewPr>
        <p:scale>
          <a:sx n="116" d="100"/>
          <a:sy n="116" d="100"/>
        </p:scale>
        <p:origin x="1040" y="-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446E7-68B8-DF4F-8F22-441FE35205A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83380-07F9-BD44-90D1-D65EB1D2B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0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00300" y="1143000"/>
            <a:ext cx="2057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83380-07F9-BD44-90D1-D65EB1D2BC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8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1346836"/>
            <a:ext cx="4663440" cy="286512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322446"/>
            <a:ext cx="4114800" cy="1986914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1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2051688"/>
            <a:ext cx="4732020" cy="3423284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5507358"/>
            <a:ext cx="4732020" cy="1800224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4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2190750"/>
            <a:ext cx="23317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2190750"/>
            <a:ext cx="23317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1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438152"/>
            <a:ext cx="47320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2017396"/>
            <a:ext cx="2321004" cy="988694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3006090"/>
            <a:ext cx="232100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2017396"/>
            <a:ext cx="2332435" cy="988694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3006090"/>
            <a:ext cx="233243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3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9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4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548640"/>
            <a:ext cx="1769507" cy="192024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1184912"/>
            <a:ext cx="2777490" cy="584835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2468880"/>
            <a:ext cx="1769507" cy="4573906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548640"/>
            <a:ext cx="1769507" cy="192024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1184912"/>
            <a:ext cx="2777490" cy="5848350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2468880"/>
            <a:ext cx="1769507" cy="4573906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5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438150"/>
            <a:ext cx="118300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438150"/>
            <a:ext cx="348043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2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438152"/>
            <a:ext cx="47320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2190750"/>
            <a:ext cx="47320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7627622"/>
            <a:ext cx="12344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219D7-A98E-4C43-80ED-F55C071423D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7627622"/>
            <a:ext cx="18516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7627622"/>
            <a:ext cx="12344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1CD45-C6F7-9E4D-952E-4AB315B6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0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2FD6417-2CF9-24C3-9CFF-84F54C724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33" r="21303" b="7317"/>
          <a:stretch>
            <a:fillRect/>
          </a:stretch>
        </p:blipFill>
        <p:spPr>
          <a:xfrm>
            <a:off x="446896" y="4946874"/>
            <a:ext cx="4480560" cy="30118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8C9D5EA-99F6-BDD0-655C-4F103763D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591" r="18361" b="27634"/>
          <a:stretch>
            <a:fillRect/>
          </a:stretch>
        </p:blipFill>
        <p:spPr>
          <a:xfrm>
            <a:off x="486898" y="2621731"/>
            <a:ext cx="4479048" cy="2149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DB9020-9036-6DE8-72AE-E44100411C98}"/>
              </a:ext>
            </a:extLst>
          </p:cNvPr>
          <p:cNvSpPr txBox="1"/>
          <p:nvPr/>
        </p:nvSpPr>
        <p:spPr>
          <a:xfrm>
            <a:off x="3" y="2573693"/>
            <a:ext cx="396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0DEAA2-1509-39D7-0720-484F48EB0DFA}"/>
              </a:ext>
            </a:extLst>
          </p:cNvPr>
          <p:cNvSpPr txBox="1"/>
          <p:nvPr/>
        </p:nvSpPr>
        <p:spPr>
          <a:xfrm>
            <a:off x="2006913" y="7696424"/>
            <a:ext cx="1472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Parental Treatment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EAA426-F0E6-187D-D69E-E50BA8EA40D8}"/>
              </a:ext>
            </a:extLst>
          </p:cNvPr>
          <p:cNvSpPr/>
          <p:nvPr/>
        </p:nvSpPr>
        <p:spPr>
          <a:xfrm>
            <a:off x="552454" y="2361864"/>
            <a:ext cx="265449" cy="228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58DC2D-4383-7308-9478-53E5352BA698}"/>
              </a:ext>
            </a:extLst>
          </p:cNvPr>
          <p:cNvSpPr/>
          <p:nvPr/>
        </p:nvSpPr>
        <p:spPr>
          <a:xfrm>
            <a:off x="686949" y="4961509"/>
            <a:ext cx="312665" cy="542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28A4F-C4DC-5057-3E27-171EA930B75E}"/>
              </a:ext>
            </a:extLst>
          </p:cNvPr>
          <p:cNvSpPr txBox="1"/>
          <p:nvPr/>
        </p:nvSpPr>
        <p:spPr>
          <a:xfrm>
            <a:off x="1115179" y="7996900"/>
            <a:ext cx="962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Southern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B1406-8C54-2C82-DBA2-A3CB78525591}"/>
              </a:ext>
            </a:extLst>
          </p:cNvPr>
          <p:cNvSpPr txBox="1"/>
          <p:nvPr/>
        </p:nvSpPr>
        <p:spPr>
          <a:xfrm>
            <a:off x="2274653" y="7999439"/>
            <a:ext cx="609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Local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49A8D-ECFD-B7A6-3900-1B821967E488}"/>
              </a:ext>
            </a:extLst>
          </p:cNvPr>
          <p:cNvSpPr txBox="1"/>
          <p:nvPr/>
        </p:nvSpPr>
        <p:spPr>
          <a:xfrm>
            <a:off x="3008576" y="8003894"/>
            <a:ext cx="6969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Northern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6581F-5E16-33C7-B867-B0F1BDBBC7DF}"/>
              </a:ext>
            </a:extLst>
          </p:cNvPr>
          <p:cNvSpPr txBox="1"/>
          <p:nvPr/>
        </p:nvSpPr>
        <p:spPr>
          <a:xfrm>
            <a:off x="3786634" y="7996900"/>
            <a:ext cx="962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Polyculture</a:t>
            </a:r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C2AEDF36-2146-A77A-D829-A35666C45AAE}"/>
              </a:ext>
            </a:extLst>
          </p:cNvPr>
          <p:cNvSpPr/>
          <p:nvPr/>
        </p:nvSpPr>
        <p:spPr>
          <a:xfrm rot="5400000">
            <a:off x="4232968" y="7391641"/>
            <a:ext cx="64008" cy="1209254"/>
          </a:xfrm>
          <a:prstGeom prst="rightBracke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F76D7659-233F-DEB7-7D2D-DAD1D583B245}"/>
              </a:ext>
            </a:extLst>
          </p:cNvPr>
          <p:cNvSpPr/>
          <p:nvPr/>
        </p:nvSpPr>
        <p:spPr>
          <a:xfrm rot="5400000">
            <a:off x="3325515" y="7715342"/>
            <a:ext cx="63304" cy="563110"/>
          </a:xfrm>
          <a:prstGeom prst="rightBracke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C2861F7B-0A6E-DCC6-4168-6935EB08C6CC}"/>
              </a:ext>
            </a:extLst>
          </p:cNvPr>
          <p:cNvSpPr/>
          <p:nvPr/>
        </p:nvSpPr>
        <p:spPr>
          <a:xfrm rot="5400000">
            <a:off x="1460614" y="7463639"/>
            <a:ext cx="57172" cy="1060389"/>
          </a:xfrm>
          <a:prstGeom prst="rightBracke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981E1424-FA01-B756-BE10-FBE227DA6C2C}"/>
              </a:ext>
            </a:extLst>
          </p:cNvPr>
          <p:cNvSpPr/>
          <p:nvPr/>
        </p:nvSpPr>
        <p:spPr>
          <a:xfrm rot="5400000">
            <a:off x="2517374" y="7488889"/>
            <a:ext cx="60257" cy="1012971"/>
          </a:xfrm>
          <a:prstGeom prst="rightBracke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D2A46-BA4C-E772-E0D3-9E981741AFC0}"/>
              </a:ext>
            </a:extLst>
          </p:cNvPr>
          <p:cNvSpPr txBox="1"/>
          <p:nvPr/>
        </p:nvSpPr>
        <p:spPr>
          <a:xfrm>
            <a:off x="7113" y="54164"/>
            <a:ext cx="396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287E11-FFD4-661B-5937-F03352B4D0FD}"/>
              </a:ext>
            </a:extLst>
          </p:cNvPr>
          <p:cNvSpPr txBox="1"/>
          <p:nvPr/>
        </p:nvSpPr>
        <p:spPr>
          <a:xfrm>
            <a:off x="3" y="4857912"/>
            <a:ext cx="396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F75816-2DA9-ECF4-61A3-5CB23407010B}"/>
              </a:ext>
            </a:extLst>
          </p:cNvPr>
          <p:cNvSpPr txBox="1"/>
          <p:nvPr/>
        </p:nvSpPr>
        <p:spPr>
          <a:xfrm>
            <a:off x="280574" y="5032268"/>
            <a:ext cx="98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Helvetica" pitchFamily="2" charset="0"/>
              </a:rPr>
              <a:t>Pairwise comparisons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AD5A19-25D7-4606-BCC2-EB4395C675B2}"/>
              </a:ext>
            </a:extLst>
          </p:cNvPr>
          <p:cNvSpPr/>
          <p:nvPr/>
        </p:nvSpPr>
        <p:spPr>
          <a:xfrm>
            <a:off x="724018" y="2616679"/>
            <a:ext cx="312665" cy="6238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3BE82D-CD34-86C7-4A99-A2381796A6A2}"/>
              </a:ext>
            </a:extLst>
          </p:cNvPr>
          <p:cNvSpPr txBox="1"/>
          <p:nvPr/>
        </p:nvSpPr>
        <p:spPr>
          <a:xfrm>
            <a:off x="280574" y="2732965"/>
            <a:ext cx="98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Helvetica" pitchFamily="2" charset="0"/>
              </a:rPr>
              <a:t>Pairwise comparisons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4221BE-C3EB-F9B7-B330-CBB88AA2B6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89"/>
          <a:stretch>
            <a:fillRect/>
          </a:stretch>
        </p:blipFill>
        <p:spPr>
          <a:xfrm>
            <a:off x="403354" y="94080"/>
            <a:ext cx="4572000" cy="2617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85772D-5BAB-A247-21FF-3F5EE8CA34E5}"/>
              </a:ext>
            </a:extLst>
          </p:cNvPr>
          <p:cNvSpPr/>
          <p:nvPr/>
        </p:nvSpPr>
        <p:spPr>
          <a:xfrm>
            <a:off x="817903" y="20302"/>
            <a:ext cx="3454693" cy="228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9877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2021</TotalTime>
  <Words>14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Mongillo</dc:creator>
  <cp:lastModifiedBy>Mongillo, Nicole Julia</cp:lastModifiedBy>
  <cp:revision>15</cp:revision>
  <dcterms:created xsi:type="dcterms:W3CDTF">2025-06-10T14:26:23Z</dcterms:created>
  <dcterms:modified xsi:type="dcterms:W3CDTF">2025-11-17T22:43:43Z</dcterms:modified>
</cp:coreProperties>
</file>