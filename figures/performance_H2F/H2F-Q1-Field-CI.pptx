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8" r:id="rId2"/>
  </p:sldIdLst>
  <p:sldSz cx="91440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8A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57"/>
  </p:normalViewPr>
  <p:slideViewPr>
    <p:cSldViewPr snapToGrid="0">
      <p:cViewPr varScale="1">
        <p:scale>
          <a:sx n="96" d="100"/>
          <a:sy n="96" d="100"/>
        </p:scale>
        <p:origin x="174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B7F8B4-0196-2A4F-BA43-77CFAE848B3C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00188" y="1143000"/>
            <a:ext cx="3857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609D6-F698-0E42-909E-663C7B33A8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1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BD7F8-C679-0815-F83E-2E9E593C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07C50-0F0D-DFE0-2C5C-2A1059A287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500188" y="1143000"/>
            <a:ext cx="38576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48662-1958-24B4-6399-7A16C8616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B6DB7-740C-13A6-DD4F-8B92E12B0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609D6-F698-0E42-909E-663C7B33A8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94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97187"/>
            <a:ext cx="7772400" cy="254677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842174"/>
            <a:ext cx="6858000" cy="1766146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16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393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823722"/>
            <a:ext cx="7886700" cy="304291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895429"/>
            <a:ext cx="7886700" cy="16001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42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947333"/>
            <a:ext cx="388620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947333"/>
            <a:ext cx="3886200" cy="4641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000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9468"/>
            <a:ext cx="7886700" cy="14139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793241"/>
            <a:ext cx="3868340" cy="87883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672080"/>
            <a:ext cx="3868340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1793241"/>
            <a:ext cx="3887391" cy="87883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2672080"/>
            <a:ext cx="3887391" cy="39302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544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03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433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7680"/>
            <a:ext cx="2949178" cy="170688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053255"/>
            <a:ext cx="4629150" cy="519853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194560"/>
            <a:ext cx="2949178" cy="406569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75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7680"/>
            <a:ext cx="2949178" cy="170688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053255"/>
            <a:ext cx="4629150" cy="519853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194560"/>
            <a:ext cx="2949178" cy="406569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085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119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89467"/>
            <a:ext cx="1971675" cy="619929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389467"/>
            <a:ext cx="5800725" cy="619929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914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89468"/>
            <a:ext cx="7886700" cy="14139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947333"/>
            <a:ext cx="7886700" cy="4641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780108"/>
            <a:ext cx="205740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80FFD-7D63-B249-98A6-038458E74E6F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780108"/>
            <a:ext cx="308610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780108"/>
            <a:ext cx="2057400" cy="3894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71C05-C458-1846-AD4E-E05025721D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1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58D27-0CF0-C885-118D-101F7F468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E7C2680-478C-9510-09E0-4AAC3283AFE6}"/>
              </a:ext>
            </a:extLst>
          </p:cNvPr>
          <p:cNvSpPr txBox="1"/>
          <p:nvPr/>
        </p:nvSpPr>
        <p:spPr>
          <a:xfrm>
            <a:off x="5920900" y="6612140"/>
            <a:ext cx="147562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>
                <a:latin typeface="Helvetica" pitchFamily="2" charset="0"/>
                <a:cs typeface="Arial Narrow" panose="020B0604020202020204" pitchFamily="34" charset="0"/>
              </a:rPr>
              <a:t>Polyculture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7B44C-7E59-7C21-FE19-8F74333B0499}"/>
              </a:ext>
            </a:extLst>
          </p:cNvPr>
          <p:cNvSpPr txBox="1"/>
          <p:nvPr/>
        </p:nvSpPr>
        <p:spPr>
          <a:xfrm>
            <a:off x="4481338" y="6617576"/>
            <a:ext cx="135733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>
                <a:latin typeface="Helvetica" pitchFamily="2" charset="0"/>
                <a:cs typeface="Arial Narrow" panose="020B0604020202020204" pitchFamily="34" charset="0"/>
              </a:rPr>
              <a:t>Northern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7CAD90-FCAB-406E-9971-EFD0EA60E767}"/>
              </a:ext>
            </a:extLst>
          </p:cNvPr>
          <p:cNvSpPr txBox="1"/>
          <p:nvPr/>
        </p:nvSpPr>
        <p:spPr>
          <a:xfrm>
            <a:off x="2981381" y="6612140"/>
            <a:ext cx="135733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>
                <a:latin typeface="Helvetica" pitchFamily="2" charset="0"/>
                <a:cs typeface="Arial Narrow" panose="020B0604020202020204" pitchFamily="34" charset="0"/>
              </a:rPr>
              <a:t>Local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D8C5CE-B70C-6B95-D48A-E15B4E5F9E18}"/>
              </a:ext>
            </a:extLst>
          </p:cNvPr>
          <p:cNvSpPr txBox="1"/>
          <p:nvPr/>
        </p:nvSpPr>
        <p:spPr>
          <a:xfrm>
            <a:off x="1107149" y="6612140"/>
            <a:ext cx="135733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>
                <a:latin typeface="Helvetica" pitchFamily="2" charset="0"/>
                <a:cs typeface="Arial Narrow" panose="020B0604020202020204" pitchFamily="34" charset="0"/>
              </a:rPr>
              <a:t>Southern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3757C4C7-5866-B407-6013-85325B47AFD4}"/>
              </a:ext>
            </a:extLst>
          </p:cNvPr>
          <p:cNvSpPr/>
          <p:nvPr/>
        </p:nvSpPr>
        <p:spPr>
          <a:xfrm rot="16200000">
            <a:off x="1684670" y="5609197"/>
            <a:ext cx="202301" cy="1804520"/>
          </a:xfrm>
          <a:prstGeom prst="leftBracke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E018FD4A-D381-AAEA-D6EF-E56F2D2FB0E8}"/>
              </a:ext>
            </a:extLst>
          </p:cNvPr>
          <p:cNvSpPr/>
          <p:nvPr/>
        </p:nvSpPr>
        <p:spPr>
          <a:xfrm rot="16200000">
            <a:off x="3558901" y="5614165"/>
            <a:ext cx="202301" cy="1804520"/>
          </a:xfrm>
          <a:prstGeom prst="leftBracke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Left Bracket 20">
            <a:extLst>
              <a:ext uri="{FF2B5EF4-FFF2-40B4-BE49-F238E27FC236}">
                <a16:creationId xmlns:a16="http://schemas.microsoft.com/office/drawing/2014/main" id="{5150FE9A-F519-70BA-5DD4-8237DFF55942}"/>
              </a:ext>
            </a:extLst>
          </p:cNvPr>
          <p:cNvSpPr/>
          <p:nvPr/>
        </p:nvSpPr>
        <p:spPr>
          <a:xfrm rot="16200000">
            <a:off x="5073427" y="5981181"/>
            <a:ext cx="202301" cy="1060548"/>
          </a:xfrm>
          <a:prstGeom prst="leftBracke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Left Bracket 21">
            <a:extLst>
              <a:ext uri="{FF2B5EF4-FFF2-40B4-BE49-F238E27FC236}">
                <a16:creationId xmlns:a16="http://schemas.microsoft.com/office/drawing/2014/main" id="{F85EBE91-9731-984E-84E6-6B5DCAF3B3DE}"/>
              </a:ext>
            </a:extLst>
          </p:cNvPr>
          <p:cNvSpPr/>
          <p:nvPr/>
        </p:nvSpPr>
        <p:spPr>
          <a:xfrm rot="16200000">
            <a:off x="6581628" y="5609194"/>
            <a:ext cx="202301" cy="1804522"/>
          </a:xfrm>
          <a:prstGeom prst="leftBracke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B98AD-6A24-2687-D014-E97EA3BE758E}"/>
              </a:ext>
            </a:extLst>
          </p:cNvPr>
          <p:cNvSpPr txBox="1"/>
          <p:nvPr/>
        </p:nvSpPr>
        <p:spPr>
          <a:xfrm>
            <a:off x="3012323" y="6919917"/>
            <a:ext cx="323989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>
                <a:latin typeface="Helvetica" pitchFamily="2" charset="0"/>
                <a:cs typeface="Arial Narrow" panose="020B0604020202020204" pitchFamily="34" charset="0"/>
              </a:rPr>
              <a:t>Parental Treatment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1F8268-404D-5EC1-1409-221A06DD44E7}"/>
              </a:ext>
            </a:extLst>
          </p:cNvPr>
          <p:cNvSpPr/>
          <p:nvPr/>
        </p:nvSpPr>
        <p:spPr>
          <a:xfrm>
            <a:off x="398031" y="522104"/>
            <a:ext cx="457534" cy="419725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DEF2F89-1F17-C78C-3114-E3EFFA9651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64"/>
          <a:stretch>
            <a:fillRect/>
          </a:stretch>
        </p:blipFill>
        <p:spPr>
          <a:xfrm>
            <a:off x="248131" y="103851"/>
            <a:ext cx="8778240" cy="630293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70CD98F-5671-1669-68E0-6F7A78982EC3}"/>
              </a:ext>
            </a:extLst>
          </p:cNvPr>
          <p:cNvSpPr/>
          <p:nvPr/>
        </p:nvSpPr>
        <p:spPr>
          <a:xfrm>
            <a:off x="398033" y="584844"/>
            <a:ext cx="597619" cy="9014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F1ECB5-315E-CA70-21BD-64DB5AED4A8A}"/>
              </a:ext>
            </a:extLst>
          </p:cNvPr>
          <p:cNvSpPr txBox="1"/>
          <p:nvPr/>
        </p:nvSpPr>
        <p:spPr>
          <a:xfrm>
            <a:off x="-55524" y="915323"/>
            <a:ext cx="1716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Pairwise comparisons</a:t>
            </a:r>
          </a:p>
        </p:txBody>
      </p:sp>
    </p:spTree>
    <p:extLst>
      <p:ext uri="{BB962C8B-B14F-4D97-AF65-F5344CB8AC3E}">
        <p14:creationId xmlns:p14="http://schemas.microsoft.com/office/powerpoint/2010/main" val="1106784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</TotalTime>
  <Words>9</Words>
  <Application>Microsoft Macintosh PowerPoint</Application>
  <PresentationFormat>Custom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Mongillo, Nicole Julia</dc:creator>
  <cp:lastModifiedBy>Nicole Mongillo</cp:lastModifiedBy>
  <cp:revision>13</cp:revision>
  <dcterms:created xsi:type="dcterms:W3CDTF">2025-09-02T17:04:48Z</dcterms:created>
  <dcterms:modified xsi:type="dcterms:W3CDTF">2025-11-09T16:07:26Z</dcterms:modified>
</cp:coreProperties>
</file>