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9144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8A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57"/>
  </p:normalViewPr>
  <p:slideViewPr>
    <p:cSldViewPr snapToGrid="0">
      <p:cViewPr varScale="1">
        <p:scale>
          <a:sx n="85" d="100"/>
          <a:sy n="85" d="100"/>
        </p:scale>
        <p:origin x="20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7F8B4-0196-2A4F-BA43-77CFAE848B3C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14500" y="1143000"/>
            <a:ext cx="3429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A609D6-F698-0E42-909E-663C7B33A8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BD7F8-C679-0815-F83E-2E9E593C7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07C50-0F0D-DFE0-2C5C-2A1059A28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48662-1958-24B4-6399-7A16C8616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3B6DB7-740C-13A6-DD4F-8B92E12B0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609D6-F698-0E42-909E-663C7B33A80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294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46836"/>
            <a:ext cx="7772400" cy="286512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4322446"/>
            <a:ext cx="6858000" cy="19869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63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07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2051688"/>
            <a:ext cx="7886700" cy="3423284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5507358"/>
            <a:ext cx="7886700" cy="1800224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88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2190750"/>
            <a:ext cx="38862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2190750"/>
            <a:ext cx="388620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026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8152"/>
            <a:ext cx="788670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2017396"/>
            <a:ext cx="3868340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3006090"/>
            <a:ext cx="3868340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2017396"/>
            <a:ext cx="3887391" cy="98869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3006090"/>
            <a:ext cx="3887391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6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88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6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48640"/>
            <a:ext cx="2949178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184912"/>
            <a:ext cx="4629150" cy="58483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468880"/>
            <a:ext cx="2949178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34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48640"/>
            <a:ext cx="2949178" cy="192024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1184912"/>
            <a:ext cx="4629150" cy="58483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468880"/>
            <a:ext cx="2949178" cy="457390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30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38150"/>
            <a:ext cx="1971675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38150"/>
            <a:ext cx="5800725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7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438152"/>
            <a:ext cx="788670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2190750"/>
            <a:ext cx="788670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7627622"/>
            <a:ext cx="20574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480FFD-7D63-B249-98A6-038458E74E6F}" type="datetimeFigureOut">
              <a:rPr lang="en-US" smtClean="0"/>
              <a:t>11/2/25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7627622"/>
            <a:ext cx="30861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7627622"/>
            <a:ext cx="20574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71C05-C458-1846-AD4E-E05025721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96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58D27-0CF0-C885-118D-101F7F46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E7C2680-478C-9510-09E0-4AAC3283AFE6}"/>
              </a:ext>
            </a:extLst>
          </p:cNvPr>
          <p:cNvSpPr txBox="1"/>
          <p:nvPr/>
        </p:nvSpPr>
        <p:spPr>
          <a:xfrm>
            <a:off x="5854640" y="6954634"/>
            <a:ext cx="147562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Helvetica" pitchFamily="2" charset="0"/>
                <a:cs typeface="Arial Narrow" panose="020B0604020202020204" pitchFamily="34" charset="0"/>
              </a:rPr>
              <a:t>Polyculture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57B44C-7E59-7C21-FE19-8F74333B0499}"/>
              </a:ext>
            </a:extLst>
          </p:cNvPr>
          <p:cNvSpPr txBox="1"/>
          <p:nvPr/>
        </p:nvSpPr>
        <p:spPr>
          <a:xfrm>
            <a:off x="4415078" y="6960070"/>
            <a:ext cx="135733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Helvetica" pitchFamily="2" charset="0"/>
                <a:cs typeface="Arial Narrow" panose="020B0604020202020204" pitchFamily="34" charset="0"/>
              </a:rPr>
              <a:t>Northern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7CAD90-FCAB-406E-9971-EFD0EA60E767}"/>
              </a:ext>
            </a:extLst>
          </p:cNvPr>
          <p:cNvSpPr txBox="1"/>
          <p:nvPr/>
        </p:nvSpPr>
        <p:spPr>
          <a:xfrm>
            <a:off x="2915121" y="6954634"/>
            <a:ext cx="135733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Helvetica" pitchFamily="2" charset="0"/>
                <a:cs typeface="Arial Narrow" panose="020B0604020202020204" pitchFamily="34" charset="0"/>
              </a:rPr>
              <a:t>Local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D8C5CE-B70C-6B95-D48A-E15B4E5F9E18}"/>
              </a:ext>
            </a:extLst>
          </p:cNvPr>
          <p:cNvSpPr txBox="1"/>
          <p:nvPr/>
        </p:nvSpPr>
        <p:spPr>
          <a:xfrm>
            <a:off x="1040889" y="6954634"/>
            <a:ext cx="135733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Helvetica" pitchFamily="2" charset="0"/>
                <a:cs typeface="Arial Narrow" panose="020B0604020202020204" pitchFamily="34" charset="0"/>
              </a:rPr>
              <a:t>Southern</a:t>
            </a:r>
          </a:p>
        </p:txBody>
      </p:sp>
      <p:sp>
        <p:nvSpPr>
          <p:cNvPr id="19" name="Left Bracket 18">
            <a:extLst>
              <a:ext uri="{FF2B5EF4-FFF2-40B4-BE49-F238E27FC236}">
                <a16:creationId xmlns:a16="http://schemas.microsoft.com/office/drawing/2014/main" id="{3757C4C7-5866-B407-6013-85325B47AFD4}"/>
              </a:ext>
            </a:extLst>
          </p:cNvPr>
          <p:cNvSpPr/>
          <p:nvPr/>
        </p:nvSpPr>
        <p:spPr>
          <a:xfrm rot="16200000">
            <a:off x="1618408" y="5951691"/>
            <a:ext cx="202301" cy="180452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Left Bracket 19">
            <a:extLst>
              <a:ext uri="{FF2B5EF4-FFF2-40B4-BE49-F238E27FC236}">
                <a16:creationId xmlns:a16="http://schemas.microsoft.com/office/drawing/2014/main" id="{E018FD4A-D381-AAEA-D6EF-E56F2D2FB0E8}"/>
              </a:ext>
            </a:extLst>
          </p:cNvPr>
          <p:cNvSpPr/>
          <p:nvPr/>
        </p:nvSpPr>
        <p:spPr>
          <a:xfrm rot="16200000">
            <a:off x="3492639" y="5956659"/>
            <a:ext cx="202301" cy="1804520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5150FE9A-F519-70BA-5DD4-8237DFF55942}"/>
              </a:ext>
            </a:extLst>
          </p:cNvPr>
          <p:cNvSpPr/>
          <p:nvPr/>
        </p:nvSpPr>
        <p:spPr>
          <a:xfrm rot="16200000">
            <a:off x="5007165" y="6323675"/>
            <a:ext cx="202301" cy="1060548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F85EBE91-9731-984E-84E6-6B5DCAF3B3DE}"/>
              </a:ext>
            </a:extLst>
          </p:cNvPr>
          <p:cNvSpPr/>
          <p:nvPr/>
        </p:nvSpPr>
        <p:spPr>
          <a:xfrm rot="16200000">
            <a:off x="6515366" y="5951688"/>
            <a:ext cx="202301" cy="1804522"/>
          </a:xfrm>
          <a:prstGeom prst="leftBracket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B98AD-6A24-2687-D014-E97EA3BE758E}"/>
              </a:ext>
            </a:extLst>
          </p:cNvPr>
          <p:cNvSpPr txBox="1"/>
          <p:nvPr/>
        </p:nvSpPr>
        <p:spPr>
          <a:xfrm>
            <a:off x="2946061" y="7262411"/>
            <a:ext cx="323989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Helvetica" pitchFamily="2" charset="0"/>
                <a:cs typeface="Arial Narrow" panose="020B0604020202020204" pitchFamily="34" charset="0"/>
              </a:rPr>
              <a:t>Treatment Groups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1F8268-404D-5EC1-1409-221A06DD44E7}"/>
              </a:ext>
            </a:extLst>
          </p:cNvPr>
          <p:cNvSpPr/>
          <p:nvPr/>
        </p:nvSpPr>
        <p:spPr>
          <a:xfrm>
            <a:off x="331771" y="864596"/>
            <a:ext cx="457534" cy="419725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EF2F89-1F17-C78C-3114-E3EFFA9651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264"/>
          <a:stretch>
            <a:fillRect/>
          </a:stretch>
        </p:blipFill>
        <p:spPr>
          <a:xfrm>
            <a:off x="181871" y="446344"/>
            <a:ext cx="8778240" cy="63029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F1ECB5-315E-CA70-21BD-64DB5AED4A8A}"/>
              </a:ext>
            </a:extLst>
          </p:cNvPr>
          <p:cNvSpPr txBox="1"/>
          <p:nvPr/>
        </p:nvSpPr>
        <p:spPr>
          <a:xfrm>
            <a:off x="2556297" y="927338"/>
            <a:ext cx="3717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" pitchFamily="2" charset="0"/>
              </a:rPr>
              <a:t>Pairwise comparison levels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0CD98F-5671-1669-68E0-6F7A78982EC3}"/>
              </a:ext>
            </a:extLst>
          </p:cNvPr>
          <p:cNvSpPr/>
          <p:nvPr/>
        </p:nvSpPr>
        <p:spPr>
          <a:xfrm>
            <a:off x="331771" y="927338"/>
            <a:ext cx="597619" cy="9014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7840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</TotalTime>
  <Words>10</Words>
  <Application>Microsoft Macintosh PowerPoint</Application>
  <PresentationFormat>Custom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Mongillo, Nicole Julia</dc:creator>
  <cp:lastModifiedBy>Nicole Mongillo</cp:lastModifiedBy>
  <cp:revision>12</cp:revision>
  <dcterms:created xsi:type="dcterms:W3CDTF">2025-09-02T17:04:48Z</dcterms:created>
  <dcterms:modified xsi:type="dcterms:W3CDTF">2025-11-03T02:57:57Z</dcterms:modified>
</cp:coreProperties>
</file>