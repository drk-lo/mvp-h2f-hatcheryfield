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notesMasterIdLst>
    <p:notesMasterId r:id="rId3"/>
  </p:notesMasterIdLst>
  <p:sldIdLst>
    <p:sldId id="256" r:id="rId2"/>
  </p:sldIdLst>
  <p:sldSz cx="5486400" cy="11887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97"/>
    <p:restoredTop sz="94657"/>
  </p:normalViewPr>
  <p:slideViewPr>
    <p:cSldViewPr snapToGrid="0">
      <p:cViewPr varScale="1">
        <p:scale>
          <a:sx n="59" d="100"/>
          <a:sy n="59" d="100"/>
        </p:scale>
        <p:origin x="24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B446E7-68B8-DF4F-8F22-441FE35205AD}" type="datetimeFigureOut">
              <a:rPr lang="en-US" smtClean="0"/>
              <a:t>11/2/25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716213" y="1143000"/>
            <a:ext cx="1425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983380-07F9-BD44-90D1-D65EB1D2BC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706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716213" y="1143000"/>
            <a:ext cx="14255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983380-07F9-BD44-90D1-D65EB1D2BCE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8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1480" y="1945429"/>
            <a:ext cx="4663440" cy="4138507"/>
          </a:xfrm>
        </p:spPr>
        <p:txBody>
          <a:bodyPr anchor="b"/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6243533"/>
            <a:ext cx="4114800" cy="2869987"/>
          </a:xfrm>
        </p:spPr>
        <p:txBody>
          <a:bodyPr/>
          <a:lstStyle>
            <a:lvl1pPr marL="0" indent="0" algn="ctr">
              <a:buNone/>
              <a:defRPr sz="1440"/>
            </a:lvl1pPr>
            <a:lvl2pPr marL="274320" indent="0" algn="ctr">
              <a:buNone/>
              <a:defRPr sz="1200"/>
            </a:lvl2pPr>
            <a:lvl3pPr marL="548640" indent="0" algn="ctr">
              <a:buNone/>
              <a:defRPr sz="1080"/>
            </a:lvl3pPr>
            <a:lvl4pPr marL="822960" indent="0" algn="ctr">
              <a:buNone/>
              <a:defRPr sz="960"/>
            </a:lvl4pPr>
            <a:lvl5pPr marL="1097280" indent="0" algn="ctr">
              <a:buNone/>
              <a:defRPr sz="960"/>
            </a:lvl5pPr>
            <a:lvl6pPr marL="1371600" indent="0" algn="ctr">
              <a:buNone/>
              <a:defRPr sz="960"/>
            </a:lvl6pPr>
            <a:lvl7pPr marL="1645920" indent="0" algn="ctr">
              <a:buNone/>
              <a:defRPr sz="960"/>
            </a:lvl7pPr>
            <a:lvl8pPr marL="1920240" indent="0" algn="ctr">
              <a:buNone/>
              <a:defRPr sz="960"/>
            </a:lvl8pPr>
            <a:lvl9pPr marL="2194560" indent="0" algn="ctr">
              <a:buNone/>
              <a:defRPr sz="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1477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370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4333" y="2963549"/>
            <a:ext cx="4732020" cy="4944744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4333" y="7955072"/>
            <a:ext cx="4732020" cy="2600324"/>
          </a:xfrm>
        </p:spPr>
        <p:txBody>
          <a:bodyPr/>
          <a:lstStyle>
            <a:lvl1pPr marL="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1pPr>
            <a:lvl2pPr marL="27432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2pPr>
            <a:lvl3pPr marL="548640" indent="0">
              <a:buNone/>
              <a:defRPr sz="1080">
                <a:solidFill>
                  <a:schemeClr val="tx1">
                    <a:tint val="82000"/>
                  </a:schemeClr>
                </a:solidFill>
              </a:defRPr>
            </a:lvl3pPr>
            <a:lvl4pPr marL="8229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4pPr>
            <a:lvl5pPr marL="109728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5pPr>
            <a:lvl6pPr marL="137160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6pPr>
            <a:lvl7pPr marL="164592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7pPr>
            <a:lvl8pPr marL="192024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8pPr>
            <a:lvl9pPr marL="219456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855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77190" y="3164417"/>
            <a:ext cx="2331720" cy="75423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77490" y="3164417"/>
            <a:ext cx="2331720" cy="75423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119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632886"/>
            <a:ext cx="4732020" cy="229764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7905" y="2914016"/>
            <a:ext cx="2321004" cy="1428114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7905" y="4342130"/>
            <a:ext cx="2321004" cy="63866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777490" y="2914016"/>
            <a:ext cx="2332435" cy="1428114"/>
          </a:xfrm>
        </p:spPr>
        <p:txBody>
          <a:bodyPr anchor="b"/>
          <a:lstStyle>
            <a:lvl1pPr marL="0" indent="0">
              <a:buNone/>
              <a:defRPr sz="1440" b="1"/>
            </a:lvl1pPr>
            <a:lvl2pPr marL="274320" indent="0">
              <a:buNone/>
              <a:defRPr sz="1200" b="1"/>
            </a:lvl2pPr>
            <a:lvl3pPr marL="548640" indent="0">
              <a:buNone/>
              <a:defRPr sz="1080" b="1"/>
            </a:lvl3pPr>
            <a:lvl4pPr marL="822960" indent="0">
              <a:buNone/>
              <a:defRPr sz="960" b="1"/>
            </a:lvl4pPr>
            <a:lvl5pPr marL="1097280" indent="0">
              <a:buNone/>
              <a:defRPr sz="960" b="1"/>
            </a:lvl5pPr>
            <a:lvl6pPr marL="1371600" indent="0">
              <a:buNone/>
              <a:defRPr sz="960" b="1"/>
            </a:lvl6pPr>
            <a:lvl7pPr marL="1645920" indent="0">
              <a:buNone/>
              <a:defRPr sz="960" b="1"/>
            </a:lvl7pPr>
            <a:lvl8pPr marL="1920240" indent="0">
              <a:buNone/>
              <a:defRPr sz="960" b="1"/>
            </a:lvl8pPr>
            <a:lvl9pPr marL="2194560" indent="0">
              <a:buNone/>
              <a:defRPr sz="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777490" y="4342130"/>
            <a:ext cx="2332435" cy="63866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95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187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106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792480"/>
            <a:ext cx="1769507" cy="277368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32435" y="1711539"/>
            <a:ext cx="2777490" cy="8447617"/>
          </a:xfrm>
        </p:spPr>
        <p:txBody>
          <a:bodyPr/>
          <a:lstStyle>
            <a:lvl1pPr>
              <a:defRPr sz="1920"/>
            </a:lvl1pPr>
            <a:lvl2pPr>
              <a:defRPr sz="1680"/>
            </a:lvl2pPr>
            <a:lvl3pPr>
              <a:defRPr sz="144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7905" y="3566160"/>
            <a:ext cx="1769507" cy="6606753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898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05" y="792480"/>
            <a:ext cx="1769507" cy="2773680"/>
          </a:xfrm>
        </p:spPr>
        <p:txBody>
          <a:bodyPr anchor="b"/>
          <a:lstStyle>
            <a:lvl1pPr>
              <a:defRPr sz="1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32435" y="1711539"/>
            <a:ext cx="2777490" cy="8447617"/>
          </a:xfrm>
        </p:spPr>
        <p:txBody>
          <a:bodyPr anchor="t"/>
          <a:lstStyle>
            <a:lvl1pPr marL="0" indent="0">
              <a:buNone/>
              <a:defRPr sz="1920"/>
            </a:lvl1pPr>
            <a:lvl2pPr marL="274320" indent="0">
              <a:buNone/>
              <a:defRPr sz="1680"/>
            </a:lvl2pPr>
            <a:lvl3pPr marL="548640" indent="0">
              <a:buNone/>
              <a:defRPr sz="1440"/>
            </a:lvl3pPr>
            <a:lvl4pPr marL="822960" indent="0">
              <a:buNone/>
              <a:defRPr sz="1200"/>
            </a:lvl4pPr>
            <a:lvl5pPr marL="1097280" indent="0">
              <a:buNone/>
              <a:defRPr sz="1200"/>
            </a:lvl5pPr>
            <a:lvl6pPr marL="1371600" indent="0">
              <a:buNone/>
              <a:defRPr sz="1200"/>
            </a:lvl6pPr>
            <a:lvl7pPr marL="1645920" indent="0">
              <a:buNone/>
              <a:defRPr sz="1200"/>
            </a:lvl7pPr>
            <a:lvl8pPr marL="1920240" indent="0">
              <a:buNone/>
              <a:defRPr sz="1200"/>
            </a:lvl8pPr>
            <a:lvl9pPr marL="219456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7905" y="3566160"/>
            <a:ext cx="1769507" cy="6606753"/>
          </a:xfrm>
        </p:spPr>
        <p:txBody>
          <a:bodyPr/>
          <a:lstStyle>
            <a:lvl1pPr marL="0" indent="0">
              <a:buNone/>
              <a:defRPr sz="960"/>
            </a:lvl1pPr>
            <a:lvl2pPr marL="274320" indent="0">
              <a:buNone/>
              <a:defRPr sz="840"/>
            </a:lvl2pPr>
            <a:lvl3pPr marL="548640" indent="0">
              <a:buNone/>
              <a:defRPr sz="720"/>
            </a:lvl3pPr>
            <a:lvl4pPr marL="822960" indent="0">
              <a:buNone/>
              <a:defRPr sz="600"/>
            </a:lvl4pPr>
            <a:lvl5pPr marL="1097280" indent="0">
              <a:buNone/>
              <a:defRPr sz="600"/>
            </a:lvl5pPr>
            <a:lvl6pPr marL="1371600" indent="0">
              <a:buNone/>
              <a:defRPr sz="600"/>
            </a:lvl6pPr>
            <a:lvl7pPr marL="1645920" indent="0">
              <a:buNone/>
              <a:defRPr sz="600"/>
            </a:lvl7pPr>
            <a:lvl8pPr marL="1920240" indent="0">
              <a:buNone/>
              <a:defRPr sz="600"/>
            </a:lvl8pPr>
            <a:lvl9pPr marL="219456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697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088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926205" y="632883"/>
            <a:ext cx="1183005" cy="1007385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77190" y="632883"/>
            <a:ext cx="3480435" cy="1007385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219D7-A98E-4C43-80ED-F55C071423DC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656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7190" y="632886"/>
            <a:ext cx="4732020" cy="22976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7190" y="3164417"/>
            <a:ext cx="4732020" cy="75423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7190" y="11017676"/>
            <a:ext cx="1234440" cy="6328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D219D7-A98E-4C43-80ED-F55C071423DC}" type="datetimeFigureOut">
              <a:rPr lang="en-US" smtClean="0"/>
              <a:t>11/2/25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17370" y="11017676"/>
            <a:ext cx="1851660" cy="6328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874770" y="11017676"/>
            <a:ext cx="1234440" cy="6328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41CD45-C6F7-9E4D-952E-4AB315B6F4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325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548640" rtl="0" eaLnBrk="1" latinLnBrk="0" hangingPunct="1">
        <a:lnSpc>
          <a:spcPct val="90000"/>
        </a:lnSpc>
        <a:spcBef>
          <a:spcPct val="0"/>
        </a:spcBef>
        <a:buNone/>
        <a:defRPr sz="2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54864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78308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331720" indent="-137160" algn="l" defTabSz="548640" rtl="0" eaLnBrk="1" latinLnBrk="0" hangingPunct="1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6pPr>
      <a:lvl7pPr marL="164592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8pPr>
      <a:lvl9pPr marL="2194560" algn="l" defTabSz="548640" rtl="0" eaLnBrk="1" latinLnBrk="0" hangingPunct="1">
        <a:defRPr sz="10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Picture 31">
            <a:extLst>
              <a:ext uri="{FF2B5EF4-FFF2-40B4-BE49-F238E27FC236}">
                <a16:creationId xmlns:a16="http://schemas.microsoft.com/office/drawing/2014/main" id="{78C9D5EA-99F6-BDD0-655C-4F103763D2C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361" b="6715"/>
          <a:stretch>
            <a:fillRect/>
          </a:stretch>
        </p:blipFill>
        <p:spPr>
          <a:xfrm>
            <a:off x="486898" y="3716108"/>
            <a:ext cx="4479048" cy="341199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745FF11-B1FA-4FDE-E5D8-891D74B7E6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8361" b="6963"/>
          <a:stretch>
            <a:fillRect/>
          </a:stretch>
        </p:blipFill>
        <p:spPr>
          <a:xfrm>
            <a:off x="486898" y="7618484"/>
            <a:ext cx="4479048" cy="340289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9E9645-7D7F-CD9B-BBA8-F67C9847D61A}"/>
              </a:ext>
            </a:extLst>
          </p:cNvPr>
          <p:cNvPicPr>
            <a:picLocks/>
          </p:cNvPicPr>
          <p:nvPr/>
        </p:nvPicPr>
        <p:blipFill>
          <a:blip r:embed="rId5"/>
          <a:srcRect b="3543"/>
          <a:stretch>
            <a:fillRect/>
          </a:stretch>
        </p:blipFill>
        <p:spPr>
          <a:xfrm>
            <a:off x="303786" y="107592"/>
            <a:ext cx="4480560" cy="34398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DB9020-9036-6DE8-72AE-E44100411C98}"/>
              </a:ext>
            </a:extLst>
          </p:cNvPr>
          <p:cNvSpPr txBox="1"/>
          <p:nvPr/>
        </p:nvSpPr>
        <p:spPr>
          <a:xfrm>
            <a:off x="182117" y="3728389"/>
            <a:ext cx="3962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72831-421C-07E8-413E-A1B4DA681576}"/>
              </a:ext>
            </a:extLst>
          </p:cNvPr>
          <p:cNvSpPr txBox="1"/>
          <p:nvPr/>
        </p:nvSpPr>
        <p:spPr>
          <a:xfrm>
            <a:off x="1005978" y="7212708"/>
            <a:ext cx="962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Southern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8D9A2-C886-8884-9E6F-E759F16CB4C3}"/>
              </a:ext>
            </a:extLst>
          </p:cNvPr>
          <p:cNvSpPr txBox="1"/>
          <p:nvPr/>
        </p:nvSpPr>
        <p:spPr>
          <a:xfrm>
            <a:off x="2150170" y="7211097"/>
            <a:ext cx="6093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Local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BB2E8F-E7D5-66D4-4AB3-EE77C384C86C}"/>
              </a:ext>
            </a:extLst>
          </p:cNvPr>
          <p:cNvSpPr txBox="1"/>
          <p:nvPr/>
        </p:nvSpPr>
        <p:spPr>
          <a:xfrm>
            <a:off x="2881249" y="7225975"/>
            <a:ext cx="6969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Northern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8C272A-A4FC-9246-7173-21FA52EC41F6}"/>
              </a:ext>
            </a:extLst>
          </p:cNvPr>
          <p:cNvSpPr txBox="1"/>
          <p:nvPr/>
        </p:nvSpPr>
        <p:spPr>
          <a:xfrm>
            <a:off x="3662796" y="7214088"/>
            <a:ext cx="962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Polyculture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9D8737-16A3-3096-FFBF-8431992C18BE}"/>
              </a:ext>
            </a:extLst>
          </p:cNvPr>
          <p:cNvSpPr txBox="1"/>
          <p:nvPr/>
        </p:nvSpPr>
        <p:spPr>
          <a:xfrm>
            <a:off x="1841920" y="6928491"/>
            <a:ext cx="18025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Treatment Group</a:t>
            </a:r>
          </a:p>
        </p:txBody>
      </p:sp>
      <p:sp>
        <p:nvSpPr>
          <p:cNvPr id="23" name="Right Bracket 22">
            <a:extLst>
              <a:ext uri="{FF2B5EF4-FFF2-40B4-BE49-F238E27FC236}">
                <a16:creationId xmlns:a16="http://schemas.microsoft.com/office/drawing/2014/main" id="{C9A5E37B-8A74-E0AC-3D68-7A56A6EC1A88}"/>
              </a:ext>
            </a:extLst>
          </p:cNvPr>
          <p:cNvSpPr/>
          <p:nvPr/>
        </p:nvSpPr>
        <p:spPr>
          <a:xfrm rot="5400000">
            <a:off x="4112288" y="6607911"/>
            <a:ext cx="64008" cy="1209254"/>
          </a:xfrm>
          <a:prstGeom prst="rightBracke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ight Bracket 23">
            <a:extLst>
              <a:ext uri="{FF2B5EF4-FFF2-40B4-BE49-F238E27FC236}">
                <a16:creationId xmlns:a16="http://schemas.microsoft.com/office/drawing/2014/main" id="{BDCF151F-4ED9-6293-3B7A-3CB3D64E5378}"/>
              </a:ext>
            </a:extLst>
          </p:cNvPr>
          <p:cNvSpPr/>
          <p:nvPr/>
        </p:nvSpPr>
        <p:spPr>
          <a:xfrm rot="5400000">
            <a:off x="3204835" y="6931612"/>
            <a:ext cx="63304" cy="563110"/>
          </a:xfrm>
          <a:prstGeom prst="rightBracke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ight Bracket 24">
            <a:extLst>
              <a:ext uri="{FF2B5EF4-FFF2-40B4-BE49-F238E27FC236}">
                <a16:creationId xmlns:a16="http://schemas.microsoft.com/office/drawing/2014/main" id="{DF2B4433-48ED-EEEA-BA9A-64B2BA327A5B}"/>
              </a:ext>
            </a:extLst>
          </p:cNvPr>
          <p:cNvSpPr/>
          <p:nvPr/>
        </p:nvSpPr>
        <p:spPr>
          <a:xfrm rot="5400000">
            <a:off x="1448077" y="6728607"/>
            <a:ext cx="57170" cy="962992"/>
          </a:xfrm>
          <a:prstGeom prst="rightBracke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ight Bracket 25">
            <a:extLst>
              <a:ext uri="{FF2B5EF4-FFF2-40B4-BE49-F238E27FC236}">
                <a16:creationId xmlns:a16="http://schemas.microsoft.com/office/drawing/2014/main" id="{4B8DF828-0563-55BC-990B-3EF98556B2B9}"/>
              </a:ext>
            </a:extLst>
          </p:cNvPr>
          <p:cNvSpPr/>
          <p:nvPr/>
        </p:nvSpPr>
        <p:spPr>
          <a:xfrm rot="5400000">
            <a:off x="2424542" y="6733004"/>
            <a:ext cx="64008" cy="953525"/>
          </a:xfrm>
          <a:prstGeom prst="rightBracke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50DEAA2-1509-39D7-0720-484F48EB0DFA}"/>
              </a:ext>
            </a:extLst>
          </p:cNvPr>
          <p:cNvSpPr txBox="1"/>
          <p:nvPr/>
        </p:nvSpPr>
        <p:spPr>
          <a:xfrm>
            <a:off x="2045007" y="10754808"/>
            <a:ext cx="14725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Treatment Group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9EAA426-F0E6-187D-D69E-E50BA8EA40D8}"/>
              </a:ext>
            </a:extLst>
          </p:cNvPr>
          <p:cNvSpPr/>
          <p:nvPr/>
        </p:nvSpPr>
        <p:spPr>
          <a:xfrm>
            <a:off x="552451" y="4149157"/>
            <a:ext cx="265449" cy="22882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A58DC2D-4383-7308-9478-53E5352BA698}"/>
              </a:ext>
            </a:extLst>
          </p:cNvPr>
          <p:cNvSpPr/>
          <p:nvPr/>
        </p:nvSpPr>
        <p:spPr>
          <a:xfrm>
            <a:off x="724014" y="8120206"/>
            <a:ext cx="312665" cy="3839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128A4F-C4DC-5057-3E27-171EA930B75E}"/>
              </a:ext>
            </a:extLst>
          </p:cNvPr>
          <p:cNvSpPr txBox="1"/>
          <p:nvPr/>
        </p:nvSpPr>
        <p:spPr>
          <a:xfrm>
            <a:off x="990546" y="11080893"/>
            <a:ext cx="962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Southern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8B1406-8C54-2C82-DBA2-A3CB78525591}"/>
              </a:ext>
            </a:extLst>
          </p:cNvPr>
          <p:cNvSpPr txBox="1"/>
          <p:nvPr/>
        </p:nvSpPr>
        <p:spPr>
          <a:xfrm>
            <a:off x="2150023" y="11083432"/>
            <a:ext cx="6093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Local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949A8D-ECFD-B7A6-3900-1B821967E488}"/>
              </a:ext>
            </a:extLst>
          </p:cNvPr>
          <p:cNvSpPr txBox="1"/>
          <p:nvPr/>
        </p:nvSpPr>
        <p:spPr>
          <a:xfrm>
            <a:off x="2883943" y="11087887"/>
            <a:ext cx="6969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Northern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26581F-5E16-33C7-B867-B0F1BDBBC7DF}"/>
              </a:ext>
            </a:extLst>
          </p:cNvPr>
          <p:cNvSpPr txBox="1"/>
          <p:nvPr/>
        </p:nvSpPr>
        <p:spPr>
          <a:xfrm>
            <a:off x="3662001" y="11080893"/>
            <a:ext cx="962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Polyculture</a:t>
            </a:r>
          </a:p>
        </p:txBody>
      </p:sp>
      <p:sp>
        <p:nvSpPr>
          <p:cNvPr id="10" name="Right Bracket 9">
            <a:extLst>
              <a:ext uri="{FF2B5EF4-FFF2-40B4-BE49-F238E27FC236}">
                <a16:creationId xmlns:a16="http://schemas.microsoft.com/office/drawing/2014/main" id="{C2AEDF36-2146-A77A-D829-A35666C45AAE}"/>
              </a:ext>
            </a:extLst>
          </p:cNvPr>
          <p:cNvSpPr/>
          <p:nvPr/>
        </p:nvSpPr>
        <p:spPr>
          <a:xfrm rot="5400000">
            <a:off x="4108338" y="10475637"/>
            <a:ext cx="64008" cy="1209254"/>
          </a:xfrm>
          <a:prstGeom prst="rightBracke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F76D7659-233F-DEB7-7D2D-DAD1D583B245}"/>
              </a:ext>
            </a:extLst>
          </p:cNvPr>
          <p:cNvSpPr/>
          <p:nvPr/>
        </p:nvSpPr>
        <p:spPr>
          <a:xfrm rot="5400000">
            <a:off x="3200885" y="10799338"/>
            <a:ext cx="63304" cy="563110"/>
          </a:xfrm>
          <a:prstGeom prst="rightBracke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ight Bracket 14">
            <a:extLst>
              <a:ext uri="{FF2B5EF4-FFF2-40B4-BE49-F238E27FC236}">
                <a16:creationId xmlns:a16="http://schemas.microsoft.com/office/drawing/2014/main" id="{C2861F7B-0A6E-DCC6-4168-6935EB08C6CC}"/>
              </a:ext>
            </a:extLst>
          </p:cNvPr>
          <p:cNvSpPr/>
          <p:nvPr/>
        </p:nvSpPr>
        <p:spPr>
          <a:xfrm rot="5400000">
            <a:off x="1444126" y="10596332"/>
            <a:ext cx="57171" cy="962992"/>
          </a:xfrm>
          <a:prstGeom prst="rightBracke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981E1424-FA01-B756-BE10-FBE227DA6C2C}"/>
              </a:ext>
            </a:extLst>
          </p:cNvPr>
          <p:cNvSpPr/>
          <p:nvPr/>
        </p:nvSpPr>
        <p:spPr>
          <a:xfrm rot="5400000">
            <a:off x="2420592" y="10600730"/>
            <a:ext cx="64008" cy="953525"/>
          </a:xfrm>
          <a:prstGeom prst="rightBracke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ED2A46-BA4C-E772-E0D3-9E981741AFC0}"/>
              </a:ext>
            </a:extLst>
          </p:cNvPr>
          <p:cNvSpPr txBox="1"/>
          <p:nvPr/>
        </p:nvSpPr>
        <p:spPr>
          <a:xfrm>
            <a:off x="182880" y="54529"/>
            <a:ext cx="3962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</a:rPr>
              <a:t>A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3287E11-FFD4-661B-5937-F03352B4D0FD}"/>
              </a:ext>
            </a:extLst>
          </p:cNvPr>
          <p:cNvSpPr txBox="1"/>
          <p:nvPr/>
        </p:nvSpPr>
        <p:spPr>
          <a:xfrm>
            <a:off x="182880" y="7494498"/>
            <a:ext cx="3962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</a:rPr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8F75816-2DA9-ECF4-61A3-5CB23407010B}"/>
              </a:ext>
            </a:extLst>
          </p:cNvPr>
          <p:cNvSpPr txBox="1"/>
          <p:nvPr/>
        </p:nvSpPr>
        <p:spPr>
          <a:xfrm>
            <a:off x="1934211" y="8040331"/>
            <a:ext cx="19034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Pairwise comparison levels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3BE82D-CD34-86C7-4A99-A2381796A6A2}"/>
              </a:ext>
            </a:extLst>
          </p:cNvPr>
          <p:cNvSpPr txBox="1"/>
          <p:nvPr/>
        </p:nvSpPr>
        <p:spPr>
          <a:xfrm>
            <a:off x="1899127" y="4131757"/>
            <a:ext cx="19034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Pairwise comparison levels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8AD5A19-25D7-4606-BCC2-EB4395C675B2}"/>
              </a:ext>
            </a:extLst>
          </p:cNvPr>
          <p:cNvSpPr/>
          <p:nvPr/>
        </p:nvSpPr>
        <p:spPr>
          <a:xfrm>
            <a:off x="724015" y="4179122"/>
            <a:ext cx="312665" cy="62381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298777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2000</TotalTime>
  <Words>22</Words>
  <Application>Microsoft Macintosh PowerPoint</Application>
  <PresentationFormat>Custom</PresentationFormat>
  <Paragraphs>16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Mongillo</dc:creator>
  <cp:lastModifiedBy>Nicole Mongillo</cp:lastModifiedBy>
  <cp:revision>13</cp:revision>
  <dcterms:created xsi:type="dcterms:W3CDTF">2025-06-10T14:26:23Z</dcterms:created>
  <dcterms:modified xsi:type="dcterms:W3CDTF">2025-11-03T02:56:43Z</dcterms:modified>
</cp:coreProperties>
</file>